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8288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89AF5-31C4-4BF5-9C29-63D9561FB620}" v="23" dt="2026-01-21T17:44:12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094" y="132"/>
      </p:cViewPr>
      <p:guideLst>
        <p:guide orient="horz" pos="4320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mble, James S Lt Col USAF USAFA DF/DFEC" userId="3cf6984a-233d-4cba-84be-13da62b81ec9" providerId="ADAL" clId="{4A67901B-7D23-48B2-B5D0-58B781DFB853}"/>
    <pc:docChg chg="undo custSel delSld modSld">
      <pc:chgData name="Trimble, James S Lt Col USAF USAFA DF/DFEC" userId="3cf6984a-233d-4cba-84be-13da62b81ec9" providerId="ADAL" clId="{4A67901B-7D23-48B2-B5D0-58B781DFB853}" dt="2026-01-21T17:51:00.735" v="597" actId="1076"/>
      <pc:docMkLst>
        <pc:docMk/>
      </pc:docMkLst>
      <pc:sldChg chg="addSp delSp modSp mod">
        <pc:chgData name="Trimble, James S Lt Col USAF USAFA DF/DFEC" userId="3cf6984a-233d-4cba-84be-13da62b81ec9" providerId="ADAL" clId="{4A67901B-7D23-48B2-B5D0-58B781DFB853}" dt="2026-01-21T17:51:00.735" v="597" actId="1076"/>
        <pc:sldMkLst>
          <pc:docMk/>
          <pc:sldMk cId="2927647232" sldId="256"/>
        </pc:sldMkLst>
        <pc:spChg chg="add mod">
          <ac:chgData name="Trimble, James S Lt Col USAF USAFA DF/DFEC" userId="3cf6984a-233d-4cba-84be-13da62b81ec9" providerId="ADAL" clId="{4A67901B-7D23-48B2-B5D0-58B781DFB853}" dt="2026-01-21T17:23:59.219" v="12" actId="20577"/>
          <ac:spMkLst>
            <pc:docMk/>
            <pc:sldMk cId="2927647232" sldId="256"/>
            <ac:spMk id="4" creationId="{5E988A69-4125-D93F-F21A-BD105001CCC1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5" creationId="{8A7C7B1C-2D51-3DE6-394F-0ECDB9E3921C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7" creationId="{9B7166C9-E4D8-AF39-5687-C1ECF01457C2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8" creationId="{53181C4D-EA29-CC1A-CDA5-218B54BAEB98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10" creationId="{645B1C35-FE78-DCF0-9F98-E23DD8F450FE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16" creationId="{35816577-0197-039B-7FE9-BB44372B44A8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17" creationId="{AD59EFF8-DC4A-CE34-AF29-2EBC1BCB4365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18" creationId="{9B3D8C3D-FFA9-4B5B-49E4-EE614E4D7975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19" creationId="{9240B1C0-5C35-E52D-5BEF-24C7B0A10BFB}"/>
          </ac:spMkLst>
        </pc:spChg>
        <pc:spChg chg="mod">
          <ac:chgData name="Trimble, James S Lt Col USAF USAFA DF/DFEC" userId="3cf6984a-233d-4cba-84be-13da62b81ec9" providerId="ADAL" clId="{4A67901B-7D23-48B2-B5D0-58B781DFB853}" dt="2026-01-21T17:27:36.063" v="117"/>
          <ac:spMkLst>
            <pc:docMk/>
            <pc:sldMk cId="2927647232" sldId="256"/>
            <ac:spMk id="20" creationId="{5DB53007-99AD-BB9E-B59E-80435F92452E}"/>
          </ac:spMkLst>
        </pc:spChg>
        <pc:spChg chg="add del mod">
          <ac:chgData name="Trimble, James S Lt Col USAF USAFA DF/DFEC" userId="3cf6984a-233d-4cba-84be-13da62b81ec9" providerId="ADAL" clId="{4A67901B-7D23-48B2-B5D0-58B781DFB853}" dt="2026-01-21T17:42:25.556" v="490" actId="478"/>
          <ac:spMkLst>
            <pc:docMk/>
            <pc:sldMk cId="2927647232" sldId="256"/>
            <ac:spMk id="21" creationId="{152F9BF4-5B4D-2C26-80C9-FFC303163224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11.437" v="161" actId="1076"/>
          <ac:spMkLst>
            <pc:docMk/>
            <pc:sldMk cId="2927647232" sldId="256"/>
            <ac:spMk id="26" creationId="{26341731-9312-884B-B5CF-8BDC7DA47CD5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05.826" v="160" actId="20577"/>
          <ac:spMkLst>
            <pc:docMk/>
            <pc:sldMk cId="2927647232" sldId="256"/>
            <ac:spMk id="27" creationId="{3458804D-A265-D128-3075-00A278906F1D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28" creationId="{D8840107-3607-C714-9E95-626FD332E27E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30" creationId="{66444B91-7999-17FE-AD66-E920C31609F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32" creationId="{CB547836-6FD8-9014-829B-1ECEEB5FEC0E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33" creationId="{A4CC0062-FA22-2C5A-89DD-B3F6C74DD3C2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34" creationId="{BEB494E4-5ED7-6D46-5A11-2FF08B778B4D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35" creationId="{E9A0A494-3C18-2C0D-9C7B-39B9AFD978C1}"/>
          </ac:spMkLst>
        </pc:spChg>
        <pc:spChg chg="mod">
          <ac:chgData name="Trimble, James S Lt Col USAF USAFA DF/DFEC" userId="3cf6984a-233d-4cba-84be-13da62b81ec9" providerId="ADAL" clId="{4A67901B-7D23-48B2-B5D0-58B781DFB853}" dt="2026-01-21T17:48:39.041" v="571" actId="14100"/>
          <ac:spMkLst>
            <pc:docMk/>
            <pc:sldMk cId="2927647232" sldId="256"/>
            <ac:spMk id="37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39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40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42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0:20.949" v="163" actId="478"/>
          <ac:spMkLst>
            <pc:docMk/>
            <pc:sldMk cId="2927647232" sldId="256"/>
            <ac:spMk id="44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46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48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5.346" v="167" actId="20577"/>
          <ac:spMkLst>
            <pc:docMk/>
            <pc:sldMk cId="2927647232" sldId="256"/>
            <ac:spMk id="49" creationId="{C60B36BD-3DDE-8573-5349-2D95180C915A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50" creationId="{CBA6C8DE-A83E-2D15-32CE-8D1E1B1FA416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51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0:31.825" v="165" actId="1076"/>
          <ac:spMkLst>
            <pc:docMk/>
            <pc:sldMk cId="2927647232" sldId="256"/>
            <ac:spMk id="53" creationId="{388EE268-B423-C474-2F7C-650AA22A7A07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54" creationId="{9D1F4E7E-925F-4E30-14E9-E0EDA0D495E5}"/>
          </ac:spMkLst>
        </pc:spChg>
        <pc:spChg chg="mod">
          <ac:chgData name="Trimble, James S Lt Col USAF USAFA DF/DFEC" userId="3cf6984a-233d-4cba-84be-13da62b81ec9" providerId="ADAL" clId="{4A67901B-7D23-48B2-B5D0-58B781DFB853}" dt="2026-01-21T17:32:36.054" v="237" actId="404"/>
          <ac:spMkLst>
            <pc:docMk/>
            <pc:sldMk cId="2927647232" sldId="256"/>
            <ac:spMk id="62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3:00.962" v="504" actId="478"/>
          <ac:spMkLst>
            <pc:docMk/>
            <pc:sldMk cId="2927647232" sldId="256"/>
            <ac:spMk id="64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3:00.962" v="504" actId="478"/>
          <ac:spMkLst>
            <pc:docMk/>
            <pc:sldMk cId="2927647232" sldId="256"/>
            <ac:spMk id="66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71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72" creationId="{278A00D6-A68F-EFA6-EDC7-37CCFCC53764}"/>
          </ac:spMkLst>
        </pc:spChg>
        <pc:spChg chg="del">
          <ac:chgData name="Trimble, James S Lt Col USAF USAFA DF/DFEC" userId="3cf6984a-233d-4cba-84be-13da62b81ec9" providerId="ADAL" clId="{4A67901B-7D23-48B2-B5D0-58B781DFB853}" dt="2026-01-21T17:43:00.962" v="504" actId="478"/>
          <ac:spMkLst>
            <pc:docMk/>
            <pc:sldMk cId="2927647232" sldId="256"/>
            <ac:spMk id="80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3:00.962" v="504" actId="478"/>
          <ac:spMkLst>
            <pc:docMk/>
            <pc:sldMk cId="2927647232" sldId="256"/>
            <ac:spMk id="9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95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3:00.962" v="504" actId="478"/>
          <ac:spMkLst>
            <pc:docMk/>
            <pc:sldMk cId="2927647232" sldId="256"/>
            <ac:spMk id="9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9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100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30:18.229" v="162" actId="478"/>
          <ac:spMkLst>
            <pc:docMk/>
            <pc:sldMk cId="2927647232" sldId="256"/>
            <ac:spMk id="10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0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07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24:56.614" v="42" actId="478"/>
          <ac:spMkLst>
            <pc:docMk/>
            <pc:sldMk cId="2927647232" sldId="256"/>
            <ac:spMk id="10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1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7.765" v="153" actId="1076"/>
          <ac:spMkLst>
            <pc:docMk/>
            <pc:sldMk cId="2927647232" sldId="256"/>
            <ac:spMk id="11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14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1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17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1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33.404" v="152" actId="1076"/>
          <ac:spMkLst>
            <pc:docMk/>
            <pc:sldMk cId="2927647232" sldId="256"/>
            <ac:spMk id="11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2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2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9:40.566" v="154" actId="1076"/>
          <ac:spMkLst>
            <pc:docMk/>
            <pc:sldMk cId="2927647232" sldId="256"/>
            <ac:spMk id="128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146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14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4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38.361" v="496" actId="478"/>
          <ac:spMkLst>
            <pc:docMk/>
            <pc:sldMk cId="2927647232" sldId="256"/>
            <ac:spMk id="153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42:36.642" v="495" actId="478"/>
          <ac:spMkLst>
            <pc:docMk/>
            <pc:sldMk cId="2927647232" sldId="256"/>
            <ac:spMk id="155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5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57.765" v="503" actId="478"/>
          <ac:spMkLst>
            <pc:docMk/>
            <pc:sldMk cId="2927647232" sldId="256"/>
            <ac:spMk id="162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35.154" v="493" actId="478"/>
          <ac:spMkLst>
            <pc:docMk/>
            <pc:sldMk cId="2927647232" sldId="256"/>
            <ac:spMk id="19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27:23.913" v="113" actId="478"/>
          <ac:spMkLst>
            <pc:docMk/>
            <pc:sldMk cId="2927647232" sldId="256"/>
            <ac:spMk id="203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06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1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27:26.821" v="114" actId="478"/>
          <ac:spMkLst>
            <pc:docMk/>
            <pc:sldMk cId="2927647232" sldId="256"/>
            <ac:spMk id="216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218" creationId="{47788AC3-DE78-678B-CCDE-CC47D05CA3A8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21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26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40.738" v="497" actId="478"/>
          <ac:spMkLst>
            <pc:docMk/>
            <pc:sldMk cId="2927647232" sldId="256"/>
            <ac:spMk id="22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2:42.515" v="498" actId="478"/>
          <ac:spMkLst>
            <pc:docMk/>
            <pc:sldMk cId="2927647232" sldId="256"/>
            <ac:spMk id="231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32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38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42:27.571" v="491" actId="478"/>
          <ac:spMkLst>
            <pc:docMk/>
            <pc:sldMk cId="2927647232" sldId="256"/>
            <ac:spMk id="239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48" creationId="{00000000-0000-0000-0000-000000000000}"/>
          </ac:spMkLst>
        </pc:spChg>
        <pc:spChg chg="add del">
          <ac:chgData name="Trimble, James S Lt Col USAF USAFA DF/DFEC" userId="3cf6984a-233d-4cba-84be-13da62b81ec9" providerId="ADAL" clId="{4A67901B-7D23-48B2-B5D0-58B781DFB853}" dt="2026-01-21T17:27:20.695" v="112" actId="478"/>
          <ac:spMkLst>
            <pc:docMk/>
            <pc:sldMk cId="2927647232" sldId="256"/>
            <ac:spMk id="259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277" creationId="{23CAE67A-B280-0C2E-9A7D-A7D27470B8DC}"/>
          </ac:spMkLst>
        </pc:spChg>
        <pc:spChg chg="del">
          <ac:chgData name="Trimble, James S Lt Col USAF USAFA DF/DFEC" userId="3cf6984a-233d-4cba-84be-13da62b81ec9" providerId="ADAL" clId="{4A67901B-7D23-48B2-B5D0-58B781DFB853}" dt="2026-01-21T17:26:09.284" v="80" actId="478"/>
          <ac:spMkLst>
            <pc:docMk/>
            <pc:sldMk cId="2927647232" sldId="256"/>
            <ac:spMk id="28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50:57.704" v="596" actId="1076"/>
          <ac:spMkLst>
            <pc:docMk/>
            <pc:sldMk cId="2927647232" sldId="256"/>
            <ac:spMk id="28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26:44.284" v="102" actId="478"/>
          <ac:spMkLst>
            <pc:docMk/>
            <pc:sldMk cId="2927647232" sldId="256"/>
            <ac:spMk id="28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51:00.735" v="597" actId="1076"/>
          <ac:spMkLst>
            <pc:docMk/>
            <pc:sldMk cId="2927647232" sldId="256"/>
            <ac:spMk id="28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6:19.170" v="83" actId="1076"/>
          <ac:spMkLst>
            <pc:docMk/>
            <pc:sldMk cId="2927647232" sldId="256"/>
            <ac:spMk id="28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6:25.704" v="89" actId="20577"/>
          <ac:spMkLst>
            <pc:docMk/>
            <pc:sldMk cId="2927647232" sldId="256"/>
            <ac:spMk id="28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6:41.886" v="101" actId="1076"/>
          <ac:spMkLst>
            <pc:docMk/>
            <pc:sldMk cId="2927647232" sldId="256"/>
            <ac:spMk id="28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26:51.316" v="108" actId="20577"/>
          <ac:spMkLst>
            <pc:docMk/>
            <pc:sldMk cId="2927647232" sldId="256"/>
            <ac:spMk id="287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1:51.154" v="208" actId="14100"/>
          <ac:spMkLst>
            <pc:docMk/>
            <pc:sldMk cId="2927647232" sldId="256"/>
            <ac:spMk id="30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2:07.123" v="221" actId="1076"/>
          <ac:spMkLst>
            <pc:docMk/>
            <pc:sldMk cId="2927647232" sldId="256"/>
            <ac:spMk id="301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1:03.179" v="180" actId="14100"/>
          <ac:spMkLst>
            <pc:docMk/>
            <pc:sldMk cId="2927647232" sldId="256"/>
            <ac:spMk id="30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1:34.504" v="194" actId="1076"/>
          <ac:spMkLst>
            <pc:docMk/>
            <pc:sldMk cId="2927647232" sldId="256"/>
            <ac:spMk id="303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1:06.723" v="181" actId="478"/>
          <ac:spMkLst>
            <pc:docMk/>
            <pc:sldMk cId="2927647232" sldId="256"/>
            <ac:spMk id="304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1:37.926" v="195" actId="478"/>
          <ac:spMkLst>
            <pc:docMk/>
            <pc:sldMk cId="2927647232" sldId="256"/>
            <ac:spMk id="305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13" creationId="{9DD811A0-CA11-83F4-CA07-172528CB405E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15" creationId="{B1E5977E-02F2-8CD9-6CCE-4D3DBE67A8CE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16" creationId="{0A671AAB-182C-AC11-A6D5-2DF3C0D0803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19" creationId="{07796C89-5020-9EE6-E9B9-21111E4DAC6E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22" creationId="{CBF52C74-66C3-9B5E-C29C-6A8A04E2A4D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3:20.758" v="250" actId="164"/>
          <ac:spMkLst>
            <pc:docMk/>
            <pc:sldMk cId="2927647232" sldId="256"/>
            <ac:spMk id="330" creationId="{500C5ADD-F4DB-3F5B-A0B6-15579E261416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33" creationId="{383BFF42-825B-6148-4299-2C5702D0A303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34" creationId="{6300FA4F-E79B-6731-021E-D5075B2F47E3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35" creationId="{E41884C8-E84C-8C02-E131-101040D1903A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36" creationId="{376B3BC5-D262-7C99-F6A2-44B6480AFC7F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41" creationId="{C7852FB2-D69F-18DC-B242-D3E854B9422C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54" creationId="{C0C88D9B-CD89-6308-3727-C263F4F9ECA9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55" creationId="{5380E918-C92A-62A7-066B-D05C316FD87C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57" creationId="{350D8BDF-A951-0A07-3B24-CFCD6C446B3D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62" creationId="{8A2ABCD2-290F-6C74-8D01-75F5F65A87FC}"/>
          </ac:spMkLst>
        </pc:spChg>
        <pc:spChg chg="mod">
          <ac:chgData name="Trimble, James S Lt Col USAF USAFA DF/DFEC" userId="3cf6984a-233d-4cba-84be-13da62b81ec9" providerId="ADAL" clId="{4A67901B-7D23-48B2-B5D0-58B781DFB853}" dt="2026-01-21T17:42:45.185" v="501"/>
          <ac:spMkLst>
            <pc:docMk/>
            <pc:sldMk cId="2927647232" sldId="256"/>
            <ac:spMk id="363" creationId="{98355657-330D-F0FB-7AE5-49EB5C3DD39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67" creationId="{21CF61A5-8ED7-DE03-E47E-85033462F98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3" creationId="{6AF7BC73-7DCF-0F18-C4EB-9A977C0A2E7F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4" creationId="{BEAC67BF-4331-91B6-3971-8E12F72DA0F8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5" creationId="{2FF6F664-F670-A848-7971-3D61829BC2F5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7" creationId="{A891E9AC-BD0C-87E5-E34B-AC7D06C47845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8" creationId="{7CDC07B9-5386-E776-4263-81457D81D6F5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79" creationId="{341C9D78-615D-EAC1-6C9A-AC372A91394A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80" creationId="{EEE2AC0A-10AA-FFD0-AEAF-11DAD991581B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82" creationId="{F726AB31-87BF-EB7D-0F15-D925934065C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3:13.257" v="506"/>
          <ac:spMkLst>
            <pc:docMk/>
            <pc:sldMk cId="2927647232" sldId="256"/>
            <ac:spMk id="384" creationId="{FBD7EEEA-79FA-8924-657D-0608DCD54B81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4:02.216" v="534" actId="14100"/>
          <ac:spMkLst>
            <pc:docMk/>
            <pc:sldMk cId="2927647232" sldId="256"/>
            <ac:spMk id="392" creationId="{D19B150B-5BB5-C5CF-1F13-E29FE1B8CB11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4:12.815" v="535"/>
          <ac:spMkLst>
            <pc:docMk/>
            <pc:sldMk cId="2927647232" sldId="256"/>
            <ac:spMk id="393" creationId="{6C93C041-E602-BBEE-2986-D76D11DF314C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4:12.815" v="535"/>
          <ac:spMkLst>
            <pc:docMk/>
            <pc:sldMk cId="2927647232" sldId="256"/>
            <ac:spMk id="394" creationId="{D8B2B02A-A264-53DB-712A-68DDD410ADDB}"/>
          </ac:spMkLst>
        </pc:spChg>
        <pc:spChg chg="add del mod">
          <ac:chgData name="Trimble, James S Lt Col USAF USAFA DF/DFEC" userId="3cf6984a-233d-4cba-84be-13da62b81ec9" providerId="ADAL" clId="{4A67901B-7D23-48B2-B5D0-58B781DFB853}" dt="2026-01-21T17:44:17.909" v="536" actId="478"/>
          <ac:spMkLst>
            <pc:docMk/>
            <pc:sldMk cId="2927647232" sldId="256"/>
            <ac:spMk id="395" creationId="{81130F19-9D32-683F-CC94-21014B83FD0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4:12.815" v="535"/>
          <ac:spMkLst>
            <pc:docMk/>
            <pc:sldMk cId="2927647232" sldId="256"/>
            <ac:spMk id="396" creationId="{D345EAD8-B38B-20AB-5F04-2F00457761CA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48:34.423" v="570" actId="14100"/>
          <ac:spMkLst>
            <pc:docMk/>
            <pc:sldMk cId="2927647232" sldId="256"/>
            <ac:spMk id="397" creationId="{B385D4D5-6A53-0399-904B-499F42BA98DF}"/>
          </ac:spMkLst>
        </pc:spChg>
        <pc:grpChg chg="add del mod">
          <ac:chgData name="Trimble, James S Lt Col USAF USAFA DF/DFEC" userId="3cf6984a-233d-4cba-84be-13da62b81ec9" providerId="ADAL" clId="{4A67901B-7D23-48B2-B5D0-58B781DFB853}" dt="2026-01-21T17:27:44.498" v="118" actId="478"/>
          <ac:grpSpMkLst>
            <pc:docMk/>
            <pc:sldMk cId="2927647232" sldId="256"/>
            <ac:grpSpMk id="6" creationId="{7F11A8FD-085F-3C33-71FA-AF4A0DCAC9D5}"/>
          </ac:grpSpMkLst>
        </pc:grpChg>
        <pc:grpChg chg="del mod">
          <ac:chgData name="Trimble, James S Lt Col USAF USAFA DF/DFEC" userId="3cf6984a-233d-4cba-84be-13da62b81ec9" providerId="ADAL" clId="{4A67901B-7D23-48B2-B5D0-58B781DFB853}" dt="2026-01-21T17:33:56.093" v="254" actId="478"/>
          <ac:grpSpMkLst>
            <pc:docMk/>
            <pc:sldMk cId="2927647232" sldId="256"/>
            <ac:grpSpMk id="331" creationId="{8D12EB2C-08A3-7584-DBC1-ED0C76C9C4BA}"/>
          </ac:grpSpMkLst>
        </pc:grpChg>
        <pc:grpChg chg="mod">
          <ac:chgData name="Trimble, James S Lt Col USAF USAFA DF/DFEC" userId="3cf6984a-233d-4cba-84be-13da62b81ec9" providerId="ADAL" clId="{4A67901B-7D23-48B2-B5D0-58B781DFB853}" dt="2026-01-21T17:42:50.798" v="502" actId="1076"/>
          <ac:grpSpMkLst>
            <pc:docMk/>
            <pc:sldMk cId="2927647232" sldId="256"/>
            <ac:grpSpMk id="332" creationId="{2D83C37A-B1D3-C696-18FC-4156FA68A73F}"/>
          </ac:grpSpMkLst>
        </pc:grpChg>
        <pc:cxnChg chg="add mod">
          <ac:chgData name="Trimble, James S Lt Col USAF USAFA DF/DFEC" userId="3cf6984a-233d-4cba-84be-13da62b81ec9" providerId="ADAL" clId="{4A67901B-7D23-48B2-B5D0-58B781DFB853}" dt="2026-01-21T17:23:13.636" v="1" actId="13822"/>
          <ac:cxnSpMkLst>
            <pc:docMk/>
            <pc:sldMk cId="2927647232" sldId="256"/>
            <ac:cxnSpMk id="3" creationId="{A4C2125E-7325-8615-AB73-6BCE37D4BE15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27:36.063" v="117"/>
          <ac:cxnSpMkLst>
            <pc:docMk/>
            <pc:sldMk cId="2927647232" sldId="256"/>
            <ac:cxnSpMk id="12" creationId="{5337C7F8-4C19-1BB3-6F67-FC98DEA376BC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0:01.853" v="156" actId="1076"/>
          <ac:cxnSpMkLst>
            <pc:docMk/>
            <pc:sldMk cId="2927647232" sldId="256"/>
            <ac:cxnSpMk id="25" creationId="{0AECE1D5-8E66-F4B7-7BCA-AD84CABCACFC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0:18.229" v="162" actId="478"/>
          <ac:cxnSpMkLst>
            <pc:docMk/>
            <pc:sldMk cId="2927647232" sldId="256"/>
            <ac:cxnSpMk id="45" creationId="{00000000-0000-0000-0000-000000000000}"/>
          </ac:cxnSpMkLst>
        </pc:cxnChg>
        <pc:cxnChg chg="del">
          <ac:chgData name="Trimble, James S Lt Col USAF USAFA DF/DFEC" userId="3cf6984a-233d-4cba-84be-13da62b81ec9" providerId="ADAL" clId="{4A67901B-7D23-48B2-B5D0-58B781DFB853}" dt="2026-01-21T17:30:18.229" v="162" actId="478"/>
          <ac:cxnSpMkLst>
            <pc:docMk/>
            <pc:sldMk cId="2927647232" sldId="256"/>
            <ac:cxnSpMk id="47" creationId="{00000000-0000-0000-0000-000000000000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0:31.825" v="165" actId="1076"/>
          <ac:cxnSpMkLst>
            <pc:docMk/>
            <pc:sldMk cId="2927647232" sldId="256"/>
            <ac:cxnSpMk id="52" creationId="{13C11ECC-B902-8953-8166-9905B811E73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57" creationId="{BF6D6A25-DE18-E935-1AE1-19E64EFA07B5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29:33.404" v="152" actId="1076"/>
          <ac:cxnSpMkLst>
            <pc:docMk/>
            <pc:sldMk cId="2927647232" sldId="256"/>
            <ac:cxnSpMk id="109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29:33.404" v="152" actId="1076"/>
          <ac:cxnSpMkLst>
            <pc:docMk/>
            <pc:sldMk cId="2927647232" sldId="256"/>
            <ac:cxnSpMk id="111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28:59.509" v="147" actId="14100"/>
          <ac:cxnSpMkLst>
            <pc:docMk/>
            <pc:sldMk cId="2927647232" sldId="256"/>
            <ac:cxnSpMk id="113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116" creationId="{57A2DF99-1A23-CC07-9641-2D0B4C599228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23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26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29:33.404" v="152" actId="1076"/>
          <ac:cxnSpMkLst>
            <pc:docMk/>
            <pc:sldMk cId="2927647232" sldId="256"/>
            <ac:cxnSpMk id="127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34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2:31.504" v="492" actId="478"/>
          <ac:cxnSpMkLst>
            <pc:docMk/>
            <pc:sldMk cId="2927647232" sldId="256"/>
            <ac:cxnSpMk id="148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52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2:31.504" v="492" actId="478"/>
          <ac:cxnSpMkLst>
            <pc:docMk/>
            <pc:sldMk cId="2927647232" sldId="256"/>
            <ac:cxnSpMk id="154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60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3:03.699" v="505" actId="478"/>
          <ac:cxnSpMkLst>
            <pc:docMk/>
            <pc:sldMk cId="2927647232" sldId="256"/>
            <ac:cxnSpMk id="168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193" creationId="{57639846-F5F4-9F25-899D-DFA5694C3DE5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197" creationId="{DD1714E7-4491-A8FB-835D-E6A460F4FE3B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2:31.504" v="492" actId="478"/>
          <ac:cxnSpMkLst>
            <pc:docMk/>
            <pc:sldMk cId="2927647232" sldId="256"/>
            <ac:cxnSpMk id="198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27:28.825" v="115" actId="478"/>
          <ac:cxnSpMkLst>
            <pc:docMk/>
            <pc:sldMk cId="2927647232" sldId="256"/>
            <ac:cxnSpMk id="215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2:43.731" v="500" actId="478"/>
          <ac:cxnSpMkLst>
            <pc:docMk/>
            <pc:sldMk cId="2927647232" sldId="256"/>
            <ac:cxnSpMk id="228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2:43.250" v="499" actId="478"/>
          <ac:cxnSpMkLst>
            <pc:docMk/>
            <pc:sldMk cId="2927647232" sldId="256"/>
            <ac:cxnSpMk id="230" creationId="{00000000-0000-0000-0000-000000000000}"/>
          </ac:cxnSpMkLst>
        </pc:cxnChg>
        <pc:cxnChg chg="del">
          <ac:chgData name="Trimble, James S Lt Col USAF USAFA DF/DFEC" userId="3cf6984a-233d-4cba-84be-13da62b81ec9" providerId="ADAL" clId="{4A67901B-7D23-48B2-B5D0-58B781DFB853}" dt="2026-01-21T17:50:44.288" v="592" actId="478"/>
          <ac:cxnSpMkLst>
            <pc:docMk/>
            <pc:sldMk cId="2927647232" sldId="256"/>
            <ac:cxnSpMk id="268" creationId="{00000000-0000-0000-0000-000000000000}"/>
          </ac:cxnSpMkLst>
        </pc:cxnChg>
        <pc:cxnChg chg="del">
          <ac:chgData name="Trimble, James S Lt Col USAF USAFA DF/DFEC" userId="3cf6984a-233d-4cba-84be-13da62b81ec9" providerId="ADAL" clId="{4A67901B-7D23-48B2-B5D0-58B781DFB853}" dt="2026-01-21T17:50:39.678" v="590" actId="478"/>
          <ac:cxnSpMkLst>
            <pc:docMk/>
            <pc:sldMk cId="2927647232" sldId="256"/>
            <ac:cxnSpMk id="274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291" creationId="{DCD700D8-E4B6-67C7-637C-D7E4796315B7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2:07.123" v="221" actId="1076"/>
          <ac:cxnSpMkLst>
            <pc:docMk/>
            <pc:sldMk cId="2927647232" sldId="256"/>
            <ac:cxnSpMk id="299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318" creationId="{BCD8642A-BC2D-9FDB-1C63-179E3C0A8C57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327" creationId="{F34EB1FB-6109-DC10-839B-AA3022349D78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328" creationId="{B2632143-61C4-D699-719B-D10DFC19910C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3:56.093" v="254" actId="478"/>
          <ac:cxnSpMkLst>
            <pc:docMk/>
            <pc:sldMk cId="2927647232" sldId="256"/>
            <ac:cxnSpMk id="329" creationId="{869CFA14-88A1-6BB0-E9CE-FC8BDB5D38B1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49:27.960" v="579" actId="208"/>
          <ac:cxnSpMkLst>
            <pc:docMk/>
            <pc:sldMk cId="2927647232" sldId="256"/>
            <ac:cxnSpMk id="399" creationId="{6604AB78-1DEC-9979-27E0-B871AC0D690A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49:19.521" v="577" actId="1582"/>
          <ac:cxnSpMkLst>
            <pc:docMk/>
            <pc:sldMk cId="2927647232" sldId="256"/>
            <ac:cxnSpMk id="402" creationId="{C4701231-09E0-07C4-FB53-088376508D53}"/>
          </ac:cxnSpMkLst>
        </pc:cxnChg>
        <pc:cxnChg chg="add del mod">
          <ac:chgData name="Trimble, James S Lt Col USAF USAFA DF/DFEC" userId="3cf6984a-233d-4cba-84be-13da62b81ec9" providerId="ADAL" clId="{4A67901B-7D23-48B2-B5D0-58B781DFB853}" dt="2026-01-21T17:49:50.703" v="581" actId="478"/>
          <ac:cxnSpMkLst>
            <pc:docMk/>
            <pc:sldMk cId="2927647232" sldId="256"/>
            <ac:cxnSpMk id="405" creationId="{BAF6F5BE-645F-87ED-4430-DED4DC5C2093}"/>
          </ac:cxnSpMkLst>
        </pc:cxnChg>
        <pc:cxnChg chg="add del mod">
          <ac:chgData name="Trimble, James S Lt Col USAF USAFA DF/DFEC" userId="3cf6984a-233d-4cba-84be-13da62b81ec9" providerId="ADAL" clId="{4A67901B-7D23-48B2-B5D0-58B781DFB853}" dt="2026-01-21T17:50:02.835" v="583" actId="478"/>
          <ac:cxnSpMkLst>
            <pc:docMk/>
            <pc:sldMk cId="2927647232" sldId="256"/>
            <ac:cxnSpMk id="407" creationId="{497F227C-5277-4407-C9D7-7E06B5805C04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50:42.637" v="591" actId="14100"/>
          <ac:cxnSpMkLst>
            <pc:docMk/>
            <pc:sldMk cId="2927647232" sldId="256"/>
            <ac:cxnSpMk id="409" creationId="{20F71335-AE0F-4554-E4BE-B7B2D16F7B15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50:53.891" v="595" actId="13822"/>
          <ac:cxnSpMkLst>
            <pc:docMk/>
            <pc:sldMk cId="2927647232" sldId="256"/>
            <ac:cxnSpMk id="413" creationId="{FC31AB6F-CF97-A999-C767-1FA5B3FD8812}"/>
          </ac:cxnSpMkLst>
        </pc:cxnChg>
      </pc:sldChg>
      <pc:sldChg chg="addSp modSp del mod">
        <pc:chgData name="Trimble, James S Lt Col USAF USAFA DF/DFEC" userId="3cf6984a-233d-4cba-84be-13da62b81ec9" providerId="ADAL" clId="{4A67901B-7D23-48B2-B5D0-58B781DFB853}" dt="2026-01-21T17:45:11.454" v="538" actId="2696"/>
        <pc:sldMkLst>
          <pc:docMk/>
          <pc:sldMk cId="661539698" sldId="257"/>
        </pc:sldMkLst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11" creationId="{E96CA5FC-9A2A-4515-A1E9-C5AA8667AF35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13" creationId="{BA5B6111-5B02-48C0-BD69-4B2953A383B2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19" creationId="{808EADDB-28BD-47CC-A9E2-8736F2B47A1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25" creationId="{F7235B65-ACD1-449A-AFE8-C1D8524AE4E6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27" creationId="{0DBD882C-E93F-4A08-8415-1EC8AACA9FF6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33" creationId="{77DA789D-732A-4869-BC9D-BD4354EEA7A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36" creationId="{0748002C-0374-4ED2-9A1E-3DCD840035E6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42" creationId="{348B6315-3EF6-486D-A7F2-2FF0C6297AD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48" creationId="{3AE4709E-9256-430C-9985-B17FD4E36E93}"/>
          </ac:spMkLst>
        </pc:spChg>
        <pc:spChg chg="mod">
          <ac:chgData name="Trimble, James S Lt Col USAF USAFA DF/DFEC" userId="3cf6984a-233d-4cba-84be-13da62b81ec9" providerId="ADAL" clId="{4A67901B-7D23-48B2-B5D0-58B781DFB853}" dt="2026-01-21T17:33:11.734" v="248" actId="164"/>
          <ac:spMkLst>
            <pc:docMk/>
            <pc:sldMk cId="661539698" sldId="257"/>
            <ac:spMk id="55" creationId="{F4DD1363-6BE9-4991-AAB9-023025470603}"/>
          </ac:spMkLst>
        </pc:spChg>
        <pc:grpChg chg="mod">
          <ac:chgData name="Trimble, James S Lt Col USAF USAFA DF/DFEC" userId="3cf6984a-233d-4cba-84be-13da62b81ec9" providerId="ADAL" clId="{4A67901B-7D23-48B2-B5D0-58B781DFB853}" dt="2026-01-21T17:33:10.189" v="247" actId="14100"/>
          <ac:grpSpMkLst>
            <pc:docMk/>
            <pc:sldMk cId="661539698" sldId="257"/>
            <ac:grpSpMk id="2" creationId="{B98CD9AA-479C-8B4B-812B-DFFD859C4ACE}"/>
          </ac:grpSpMkLst>
        </pc:grpChg>
      </pc:sldChg>
      <pc:sldChg chg="addSp delSp modSp del mod">
        <pc:chgData name="Trimble, James S Lt Col USAF USAFA DF/DFEC" userId="3cf6984a-233d-4cba-84be-13da62b81ec9" providerId="ADAL" clId="{4A67901B-7D23-48B2-B5D0-58B781DFB853}" dt="2026-01-21T17:45:08.421" v="537" actId="2696"/>
        <pc:sldMkLst>
          <pc:docMk/>
          <pc:sldMk cId="2612608313" sldId="258"/>
        </pc:sldMkLst>
        <pc:spChg chg="mod topLvl">
          <ac:chgData name="Trimble, James S Lt Col USAF USAFA DF/DFEC" userId="3cf6984a-233d-4cba-84be-13da62b81ec9" providerId="ADAL" clId="{4A67901B-7D23-48B2-B5D0-58B781DFB853}" dt="2026-01-21T17:42:05.442" v="488" actId="164"/>
          <ac:spMkLst>
            <pc:docMk/>
            <pc:sldMk cId="2612608313" sldId="258"/>
            <ac:spMk id="2" creationId="{62DF1E15-1BE3-4CA2-8350-FAD3E500D7FF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05.442" v="488" actId="164"/>
          <ac:spMkLst>
            <pc:docMk/>
            <pc:sldMk cId="2612608313" sldId="258"/>
            <ac:spMk id="5" creationId="{35F75C2C-49B1-4473-9705-611337361C33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6" creationId="{480BDEB7-1444-3577-C9D0-7E20E756CB3D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18.964" v="489" actId="164"/>
          <ac:spMkLst>
            <pc:docMk/>
            <pc:sldMk cId="2612608313" sldId="258"/>
            <ac:spMk id="8" creationId="{9ADDB477-3650-413F-849A-171C2A452232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9" creationId="{D41611B0-EEDB-7BCB-C889-7CA8A04F84A7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12" creationId="{AF743E5A-FBB5-1169-5EB0-C3087382C08F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13" creationId="{B4956D0A-28D4-C210-0182-A368A75D50BF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14" creationId="{4C2FDD61-684C-79C4-605A-54BE03D4D751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4:06.032" v="255"/>
          <ac:spMkLst>
            <pc:docMk/>
            <pc:sldMk cId="2612608313" sldId="258"/>
            <ac:spMk id="16" creationId="{95AEB4F8-60AF-60B4-5B50-4C3D2054FFAC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17" creationId="{31A1F82C-F73C-E534-CB57-4331D9E753B8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18" creationId="{5108F55F-FFFC-2544-8DFE-9D04C196D0BB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21" creationId="{6C032252-2CEC-DF7A-A7EE-130DC6BEA176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22" creationId="{93094C21-918A-F2BF-2838-3E1125C3CB09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23" creationId="{A4F3F89F-3247-75BD-79F2-07F4F42C0230}"/>
          </ac:spMkLst>
        </pc:spChg>
        <pc:spChg chg="add mod">
          <ac:chgData name="Trimble, James S Lt Col USAF USAFA DF/DFEC" userId="3cf6984a-233d-4cba-84be-13da62b81ec9" providerId="ADAL" clId="{4A67901B-7D23-48B2-B5D0-58B781DFB853}" dt="2026-01-21T17:37:38.627" v="391" actId="164"/>
          <ac:spMkLst>
            <pc:docMk/>
            <pc:sldMk cId="2612608313" sldId="258"/>
            <ac:spMk id="25" creationId="{808200FF-4D6D-0710-8106-22AA7465E47B}"/>
          </ac:spMkLst>
        </pc:spChg>
        <pc:spChg chg="mod">
          <ac:chgData name="Trimble, James S Lt Col USAF USAFA DF/DFEC" userId="3cf6984a-233d-4cba-84be-13da62b81ec9" providerId="ADAL" clId="{4A67901B-7D23-48B2-B5D0-58B781DFB853}" dt="2026-01-21T17:41:25.783" v="487" actId="14100"/>
          <ac:spMkLst>
            <pc:docMk/>
            <pc:sldMk cId="2612608313" sldId="258"/>
            <ac:spMk id="51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8:01.777" v="401" actId="20577"/>
          <ac:spMkLst>
            <pc:docMk/>
            <pc:sldMk cId="2612608313" sldId="258"/>
            <ac:spMk id="6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8:24.403" v="418" actId="20577"/>
          <ac:spMkLst>
            <pc:docMk/>
            <pc:sldMk cId="2612608313" sldId="258"/>
            <ac:spMk id="6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40:55.808" v="463" actId="20577"/>
          <ac:spMkLst>
            <pc:docMk/>
            <pc:sldMk cId="2612608313" sldId="258"/>
            <ac:spMk id="6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8:07.971" v="406" actId="20577"/>
          <ac:spMkLst>
            <pc:docMk/>
            <pc:sldMk cId="2612608313" sldId="258"/>
            <ac:spMk id="69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8:29.090" v="426" actId="20577"/>
          <ac:spMkLst>
            <pc:docMk/>
            <pc:sldMk cId="2612608313" sldId="258"/>
            <ac:spMk id="7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41:01.796" v="471" actId="20577"/>
          <ac:spMkLst>
            <pc:docMk/>
            <pc:sldMk cId="2612608313" sldId="258"/>
            <ac:spMk id="71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40:58.527" v="466" actId="20577"/>
          <ac:spMkLst>
            <pc:docMk/>
            <pc:sldMk cId="2612608313" sldId="258"/>
            <ac:spMk id="8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41:04.527" v="474" actId="20577"/>
          <ac:spMkLst>
            <pc:docMk/>
            <pc:sldMk cId="2612608313" sldId="258"/>
            <ac:spMk id="8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07.972" v="475" actId="478"/>
          <ac:spMkLst>
            <pc:docMk/>
            <pc:sldMk cId="2612608313" sldId="258"/>
            <ac:spMk id="8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15.268" v="482" actId="478"/>
          <ac:spMkLst>
            <pc:docMk/>
            <pc:sldMk cId="2612608313" sldId="258"/>
            <ac:spMk id="91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21.571" v="486" actId="478"/>
          <ac:spMkLst>
            <pc:docMk/>
            <pc:sldMk cId="2612608313" sldId="258"/>
            <ac:spMk id="92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20.113" v="485" actId="478"/>
          <ac:spMkLst>
            <pc:docMk/>
            <pc:sldMk cId="2612608313" sldId="258"/>
            <ac:spMk id="93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13.282" v="481" actId="478"/>
          <ac:spMkLst>
            <pc:docMk/>
            <pc:sldMk cId="2612608313" sldId="258"/>
            <ac:spMk id="95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12.068" v="480" actId="478"/>
          <ac:spMkLst>
            <pc:docMk/>
            <pc:sldMk cId="2612608313" sldId="258"/>
            <ac:spMk id="9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18.578" v="484" actId="478"/>
          <ac:spMkLst>
            <pc:docMk/>
            <pc:sldMk cId="2612608313" sldId="258"/>
            <ac:spMk id="98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1:17.203" v="483" actId="478"/>
          <ac:spMkLst>
            <pc:docMk/>
            <pc:sldMk cId="2612608313" sldId="258"/>
            <ac:spMk id="10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9:05.838" v="437" actId="14100"/>
          <ac:spMkLst>
            <pc:docMk/>
            <pc:sldMk cId="2612608313" sldId="258"/>
            <ac:spMk id="104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8:56.435" v="429" actId="478"/>
          <ac:spMkLst>
            <pc:docMk/>
            <pc:sldMk cId="2612608313" sldId="258"/>
            <ac:spMk id="115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8:57.819" v="430" actId="478"/>
          <ac:spMkLst>
            <pc:docMk/>
            <pc:sldMk cId="2612608313" sldId="258"/>
            <ac:spMk id="121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40:07.378" v="451" actId="20577"/>
          <ac:spMkLst>
            <pc:docMk/>
            <pc:sldMk cId="2612608313" sldId="258"/>
            <ac:spMk id="124" creationId="{00000000-0000-0000-0000-000000000000}"/>
          </ac:spMkLst>
        </pc:spChg>
        <pc:spChg chg="del mod">
          <ac:chgData name="Trimble, James S Lt Col USAF USAFA DF/DFEC" userId="3cf6984a-233d-4cba-84be-13da62b81ec9" providerId="ADAL" clId="{4A67901B-7D23-48B2-B5D0-58B781DFB853}" dt="2026-01-21T17:40:05.124" v="448" actId="478"/>
          <ac:spMkLst>
            <pc:docMk/>
            <pc:sldMk cId="2612608313" sldId="258"/>
            <ac:spMk id="133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40:03.543" v="446" actId="478"/>
          <ac:spMkLst>
            <pc:docMk/>
            <pc:sldMk cId="2612608313" sldId="258"/>
            <ac:spMk id="13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8:49.828" v="427" actId="478"/>
          <ac:spMkLst>
            <pc:docMk/>
            <pc:sldMk cId="2612608313" sldId="258"/>
            <ac:spMk id="149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8:49.828" v="427" actId="478"/>
          <ac:spMkLst>
            <pc:docMk/>
            <pc:sldMk cId="2612608313" sldId="258"/>
            <ac:spMk id="157" creationId="{00000000-0000-0000-0000-000000000000}"/>
          </ac:spMkLst>
        </pc:spChg>
        <pc:spChg chg="del">
          <ac:chgData name="Trimble, James S Lt Col USAF USAFA DF/DFEC" userId="3cf6984a-233d-4cba-84be-13da62b81ec9" providerId="ADAL" clId="{4A67901B-7D23-48B2-B5D0-58B781DFB853}" dt="2026-01-21T17:38:49.828" v="427" actId="478"/>
          <ac:spMkLst>
            <pc:docMk/>
            <pc:sldMk cId="2612608313" sldId="258"/>
            <ac:spMk id="16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44" creationId="{8A9A35B8-E80C-6C69-65A6-93324F6BAB17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45" creationId="{D675F144-6F94-AF73-2B92-5D523C65F8C1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49" creationId="{79B73A63-C842-2088-663A-F4A4A61F6D63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50" creationId="{423FF9C4-7306-1E43-B02C-DA9563A1489B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51" creationId="{CBF2C202-CF24-21EF-DCF4-E243A026D9DD}"/>
          </ac:spMkLst>
        </pc:spChg>
        <pc:spChg chg="mod">
          <ac:chgData name="Trimble, James S Lt Col USAF USAFA DF/DFEC" userId="3cf6984a-233d-4cba-84be-13da62b81ec9" providerId="ADAL" clId="{4A67901B-7D23-48B2-B5D0-58B781DFB853}" dt="2026-01-21T17:37:40.125" v="392"/>
          <ac:spMkLst>
            <pc:docMk/>
            <pc:sldMk cId="2612608313" sldId="258"/>
            <ac:spMk id="253" creationId="{A8BCC8B0-9110-120C-27A6-6294233DE755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37:52.560" v="396" actId="1076"/>
          <ac:spMkLst>
            <pc:docMk/>
            <pc:sldMk cId="2612608313" sldId="258"/>
            <ac:spMk id="275" creationId="{A8E70BB8-302E-4010-8005-99606DA1A974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18.964" v="489" actId="164"/>
          <ac:spMkLst>
            <pc:docMk/>
            <pc:sldMk cId="2612608313" sldId="258"/>
            <ac:spMk id="311" creationId="{F9D5AE33-F05E-4CDF-BD46-53DE760D34AF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18.964" v="489" actId="164"/>
          <ac:spMkLst>
            <pc:docMk/>
            <pc:sldMk cId="2612608313" sldId="258"/>
            <ac:spMk id="312" creationId="{1F3C7437-2AF8-4229-B304-5193418DF2A4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18.964" v="489" actId="164"/>
          <ac:spMkLst>
            <pc:docMk/>
            <pc:sldMk cId="2612608313" sldId="258"/>
            <ac:spMk id="313" creationId="{1E39810D-C13E-42FB-9A23-68E82C536B54}"/>
          </ac:spMkLst>
        </pc:spChg>
        <pc:spChg chg="mod topLvl">
          <ac:chgData name="Trimble, James S Lt Col USAF USAFA DF/DFEC" userId="3cf6984a-233d-4cba-84be-13da62b81ec9" providerId="ADAL" clId="{4A67901B-7D23-48B2-B5D0-58B781DFB853}" dt="2026-01-21T17:42:18.964" v="489" actId="164"/>
          <ac:spMkLst>
            <pc:docMk/>
            <pc:sldMk cId="2612608313" sldId="258"/>
            <ac:spMk id="314" creationId="{A5CEC869-FE7D-47CD-B130-D44D55DFB442}"/>
          </ac:spMkLst>
        </pc:spChg>
        <pc:grpChg chg="add del mod">
          <ac:chgData name="Trimble, James S Lt Col USAF USAFA DF/DFEC" userId="3cf6984a-233d-4cba-84be-13da62b81ec9" providerId="ADAL" clId="{4A67901B-7D23-48B2-B5D0-58B781DFB853}" dt="2026-01-21T17:36:01.836" v="373" actId="165"/>
          <ac:grpSpMkLst>
            <pc:docMk/>
            <pc:sldMk cId="2612608313" sldId="258"/>
            <ac:grpSpMk id="3" creationId="{5B334B9C-E75C-25AD-B39E-47D7304BAD3C}"/>
          </ac:grpSpMkLst>
        </pc:grpChg>
        <pc:grpChg chg="add mod">
          <ac:chgData name="Trimble, James S Lt Col USAF USAFA DF/DFEC" userId="3cf6984a-233d-4cba-84be-13da62b81ec9" providerId="ADAL" clId="{4A67901B-7D23-48B2-B5D0-58B781DFB853}" dt="2026-01-21T17:42:18.964" v="489" actId="164"/>
          <ac:grpSpMkLst>
            <pc:docMk/>
            <pc:sldMk cId="2612608313" sldId="258"/>
            <ac:grpSpMk id="57" creationId="{215E0774-7D04-19B7-C6DF-F4CE67314521}"/>
          </ac:grpSpMkLst>
        </pc:grpChg>
        <pc:grpChg chg="add mod">
          <ac:chgData name="Trimble, James S Lt Col USAF USAFA DF/DFEC" userId="3cf6984a-233d-4cba-84be-13da62b81ec9" providerId="ADAL" clId="{4A67901B-7D23-48B2-B5D0-58B781DFB853}" dt="2026-01-21T17:42:18.964" v="489" actId="164"/>
          <ac:grpSpMkLst>
            <pc:docMk/>
            <pc:sldMk cId="2612608313" sldId="258"/>
            <ac:grpSpMk id="58" creationId="{11CE5999-5C5A-405F-735B-DF8D611289F8}"/>
          </ac:grpSpMkLst>
        </pc:grpChg>
        <pc:grpChg chg="add mod">
          <ac:chgData name="Trimble, James S Lt Col USAF USAFA DF/DFEC" userId="3cf6984a-233d-4cba-84be-13da62b81ec9" providerId="ADAL" clId="{4A67901B-7D23-48B2-B5D0-58B781DFB853}" dt="2026-01-21T17:42:05.442" v="488" actId="164"/>
          <ac:grpSpMkLst>
            <pc:docMk/>
            <pc:sldMk cId="2612608313" sldId="258"/>
            <ac:grpSpMk id="239" creationId="{26101981-6AD1-6F7B-1276-42C1F3ECBEB3}"/>
          </ac:grpSpMkLst>
        </pc:grpChg>
        <pc:grpChg chg="add mod">
          <ac:chgData name="Trimble, James S Lt Col USAF USAFA DF/DFEC" userId="3cf6984a-233d-4cba-84be-13da62b81ec9" providerId="ADAL" clId="{4A67901B-7D23-48B2-B5D0-58B781DFB853}" dt="2026-01-21T17:42:05.442" v="488" actId="164"/>
          <ac:grpSpMkLst>
            <pc:docMk/>
            <pc:sldMk cId="2612608313" sldId="258"/>
            <ac:grpSpMk id="243" creationId="{434885C6-22D8-28DC-E054-E5539DEF6318}"/>
          </ac:grpSpMkLst>
        </pc:grpChg>
        <pc:cxnChg chg="mod">
          <ac:chgData name="Trimble, James S Lt Col USAF USAFA DF/DFEC" userId="3cf6984a-233d-4cba-84be-13da62b81ec9" providerId="ADAL" clId="{4A67901B-7D23-48B2-B5D0-58B781DFB853}" dt="2026-01-21T17:42:05.442" v="488" actId="164"/>
          <ac:cxnSpMkLst>
            <pc:docMk/>
            <pc:sldMk cId="2612608313" sldId="258"/>
            <ac:cxnSpMk id="4" creationId="{1CD3113A-F5A3-4382-8993-55E08D53B623}"/>
          </ac:cxnSpMkLst>
        </pc:cxnChg>
        <pc:cxnChg chg="mod topLvl">
          <ac:chgData name="Trimble, James S Lt Col USAF USAFA DF/DFEC" userId="3cf6984a-233d-4cba-84be-13da62b81ec9" providerId="ADAL" clId="{4A67901B-7D23-48B2-B5D0-58B781DFB853}" dt="2026-01-21T17:42:05.442" v="488" actId="164"/>
          <ac:cxnSpMkLst>
            <pc:docMk/>
            <pc:sldMk cId="2612608313" sldId="258"/>
            <ac:cxnSpMk id="7" creationId="{A8EE9EC3-E146-431B-8B0F-197A844066E0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4:06.032" v="255"/>
          <ac:cxnSpMkLst>
            <pc:docMk/>
            <pc:sldMk cId="2612608313" sldId="258"/>
            <ac:cxnSpMk id="10" creationId="{82AD5599-29E2-06CA-E4A7-6E8257451D57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4:06.032" v="255"/>
          <ac:cxnSpMkLst>
            <pc:docMk/>
            <pc:sldMk cId="2612608313" sldId="258"/>
            <ac:cxnSpMk id="11" creationId="{2BAE9BCB-7826-3F40-F2DF-2CEFF728FB5D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4:06.032" v="255"/>
          <ac:cxnSpMkLst>
            <pc:docMk/>
            <pc:sldMk cId="2612608313" sldId="258"/>
            <ac:cxnSpMk id="15" creationId="{C963D88C-F0DE-C639-6315-9C077503E0B7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7:38.627" v="391" actId="164"/>
          <ac:cxnSpMkLst>
            <pc:docMk/>
            <pc:sldMk cId="2612608313" sldId="258"/>
            <ac:cxnSpMk id="19" creationId="{E9D03514-3AEE-3D1B-7484-2459167D9360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7:38.627" v="391" actId="164"/>
          <ac:cxnSpMkLst>
            <pc:docMk/>
            <pc:sldMk cId="2612608313" sldId="258"/>
            <ac:cxnSpMk id="20" creationId="{6F9431C5-E49E-D347-B53D-0981B935B4E3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7:38.627" v="391" actId="164"/>
          <ac:cxnSpMkLst>
            <pc:docMk/>
            <pc:sldMk cId="2612608313" sldId="258"/>
            <ac:cxnSpMk id="24" creationId="{13934BEF-8A09-7FD9-BCC3-77B74952DE65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9:40.397" v="443" actId="13822"/>
          <ac:cxnSpMkLst>
            <pc:docMk/>
            <pc:sldMk cId="2612608313" sldId="258"/>
            <ac:cxnSpMk id="33" creationId="{5E9B32D8-DC33-0945-AEBC-791E638C55A3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9:40.397" v="443" actId="13822"/>
          <ac:cxnSpMkLst>
            <pc:docMk/>
            <pc:sldMk cId="2612608313" sldId="258"/>
            <ac:cxnSpMk id="35" creationId="{1279BF2D-DAD5-A705-AF9D-8243902C7ACC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39:40.397" v="443" actId="13822"/>
          <ac:cxnSpMkLst>
            <pc:docMk/>
            <pc:sldMk cId="2612608313" sldId="258"/>
            <ac:cxnSpMk id="49" creationId="{74513FAD-A587-CABE-9F50-3C698E823071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40:21.260" v="456" actId="13822"/>
          <ac:cxnSpMkLst>
            <pc:docMk/>
            <pc:sldMk cId="2612608313" sldId="258"/>
            <ac:cxnSpMk id="52" creationId="{CC7C3CA0-6687-A3CD-3FF2-EEA2D185BD18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40:30.634" v="458" actId="13822"/>
          <ac:cxnSpMkLst>
            <pc:docMk/>
            <pc:sldMk cId="2612608313" sldId="258"/>
            <ac:cxnSpMk id="54" creationId="{12FD0302-2C29-9620-3089-E356923F1420}"/>
          </ac:cxnSpMkLst>
        </pc:cxnChg>
        <pc:cxnChg chg="add mod">
          <ac:chgData name="Trimble, James S Lt Col USAF USAFA DF/DFEC" userId="3cf6984a-233d-4cba-84be-13da62b81ec9" providerId="ADAL" clId="{4A67901B-7D23-48B2-B5D0-58B781DFB853}" dt="2026-01-21T17:40:38.502" v="460" actId="13822"/>
          <ac:cxnSpMkLst>
            <pc:docMk/>
            <pc:sldMk cId="2612608313" sldId="258"/>
            <ac:cxnSpMk id="56" creationId="{8831A794-B617-BE45-67EF-A3552D404141}"/>
          </ac:cxnSpMkLst>
        </pc:cxnChg>
        <pc:cxnChg chg="del">
          <ac:chgData name="Trimble, James S Lt Col USAF USAFA DF/DFEC" userId="3cf6984a-233d-4cba-84be-13da62b81ec9" providerId="ADAL" clId="{4A67901B-7D23-48B2-B5D0-58B781DFB853}" dt="2026-01-21T17:41:09.010" v="476" actId="478"/>
          <ac:cxnSpMkLst>
            <pc:docMk/>
            <pc:sldMk cId="2612608313" sldId="258"/>
            <ac:cxnSpMk id="88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1:09.589" v="477" actId="478"/>
          <ac:cxnSpMkLst>
            <pc:docMk/>
            <pc:sldMk cId="2612608313" sldId="258"/>
            <ac:cxnSpMk id="90" creationId="{00000000-0000-0000-0000-000000000000}"/>
          </ac:cxnSpMkLst>
        </pc:cxnChg>
        <pc:cxnChg chg="del">
          <ac:chgData name="Trimble, James S Lt Col USAF USAFA DF/DFEC" userId="3cf6984a-233d-4cba-84be-13da62b81ec9" providerId="ADAL" clId="{4A67901B-7D23-48B2-B5D0-58B781DFB853}" dt="2026-01-21T17:41:10.192" v="478" actId="478"/>
          <ac:cxnSpMkLst>
            <pc:docMk/>
            <pc:sldMk cId="2612608313" sldId="258"/>
            <ac:cxnSpMk id="94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1:10.803" v="479" actId="478"/>
          <ac:cxnSpMkLst>
            <pc:docMk/>
            <pc:sldMk cId="2612608313" sldId="258"/>
            <ac:cxnSpMk id="96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9:27.362" v="441" actId="478"/>
          <ac:cxnSpMkLst>
            <pc:docMk/>
            <pc:sldMk cId="2612608313" sldId="258"/>
            <ac:cxnSpMk id="103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8:54.065" v="428" actId="478"/>
          <ac:cxnSpMkLst>
            <pc:docMk/>
            <pc:sldMk cId="2612608313" sldId="258"/>
            <ac:cxnSpMk id="106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8:54.065" v="428" actId="478"/>
          <ac:cxnSpMkLst>
            <pc:docMk/>
            <pc:sldMk cId="2612608313" sldId="258"/>
            <ac:cxnSpMk id="120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0:10.482" v="452" actId="478"/>
          <ac:cxnSpMkLst>
            <pc:docMk/>
            <pc:sldMk cId="2612608313" sldId="258"/>
            <ac:cxnSpMk id="123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0:11.804" v="453" actId="478"/>
          <ac:cxnSpMkLst>
            <pc:docMk/>
            <pc:sldMk cId="2612608313" sldId="258"/>
            <ac:cxnSpMk id="126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40:12.420" v="454" actId="478"/>
          <ac:cxnSpMkLst>
            <pc:docMk/>
            <pc:sldMk cId="2612608313" sldId="258"/>
            <ac:cxnSpMk id="134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8:49.828" v="427" actId="478"/>
          <ac:cxnSpMkLst>
            <pc:docMk/>
            <pc:sldMk cId="2612608313" sldId="258"/>
            <ac:cxnSpMk id="150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8:49.828" v="427" actId="478"/>
          <ac:cxnSpMkLst>
            <pc:docMk/>
            <pc:sldMk cId="2612608313" sldId="258"/>
            <ac:cxnSpMk id="158" creationId="{00000000-0000-0000-0000-000000000000}"/>
          </ac:cxnSpMkLst>
        </pc:cxnChg>
        <pc:cxnChg chg="del mod">
          <ac:chgData name="Trimble, James S Lt Col USAF USAFA DF/DFEC" userId="3cf6984a-233d-4cba-84be-13da62b81ec9" providerId="ADAL" clId="{4A67901B-7D23-48B2-B5D0-58B781DFB853}" dt="2026-01-21T17:38:49.828" v="427" actId="478"/>
          <ac:cxnSpMkLst>
            <pc:docMk/>
            <pc:sldMk cId="2612608313" sldId="258"/>
            <ac:cxnSpMk id="163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7:40.125" v="392"/>
          <ac:cxnSpMkLst>
            <pc:docMk/>
            <pc:sldMk cId="2612608313" sldId="258"/>
            <ac:cxnSpMk id="246" creationId="{0603D471-3644-241E-01FD-3C6B8C4DD008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7:40.125" v="392"/>
          <ac:cxnSpMkLst>
            <pc:docMk/>
            <pc:sldMk cId="2612608313" sldId="258"/>
            <ac:cxnSpMk id="248" creationId="{AFF7D7FD-C58B-B7B3-3393-426D8F7CCCF8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7:40.125" v="392"/>
          <ac:cxnSpMkLst>
            <pc:docMk/>
            <pc:sldMk cId="2612608313" sldId="258"/>
            <ac:cxnSpMk id="252" creationId="{DB16EF28-DCCF-5BA0-B559-41974D1F967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36:13.020" v="375" actId="14100"/>
          <ac:cxnSpMkLst>
            <pc:docMk/>
            <pc:sldMk cId="2612608313" sldId="258"/>
            <ac:cxnSpMk id="277" creationId="{6DE089E0-D4CE-40D7-AB89-79E110239880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42:05.442" v="488" actId="164"/>
          <ac:cxnSpMkLst>
            <pc:docMk/>
            <pc:sldMk cId="2612608313" sldId="258"/>
            <ac:cxnSpMk id="291" creationId="{7BBD2432-5F9A-4F40-85AD-C39F40241EDF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42:05.442" v="488" actId="164"/>
          <ac:cxnSpMkLst>
            <pc:docMk/>
            <pc:sldMk cId="2612608313" sldId="258"/>
            <ac:cxnSpMk id="293" creationId="{D0A38C98-F566-46AB-BB7D-3E0AEA554317}"/>
          </ac:cxnSpMkLst>
        </pc:cxnChg>
        <pc:cxnChg chg="mod">
          <ac:chgData name="Trimble, James S Lt Col USAF USAFA DF/DFEC" userId="3cf6984a-233d-4cba-84be-13da62b81ec9" providerId="ADAL" clId="{4A67901B-7D23-48B2-B5D0-58B781DFB853}" dt="2026-01-21T17:42:05.442" v="488" actId="164"/>
          <ac:cxnSpMkLst>
            <pc:docMk/>
            <pc:sldMk cId="2612608313" sldId="258"/>
            <ac:cxnSpMk id="310" creationId="{9358A8ED-031D-4057-8D51-7E5486BDD8E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FD15C-CBA0-4BCE-BE84-26287205EF6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73521-01E7-4F12-A9B0-EB7746E29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1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73521-01E7-4F12-A9B0-EB7746E299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9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3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3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3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870203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9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9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3"/>
            <a:ext cx="16459200" cy="9051926"/>
          </a:xfrm>
          <a:prstGeom prst="rect">
            <a:avLst/>
          </a:prstGeom>
        </p:spPr>
        <p:txBody>
          <a:bodyPr vert="horz" lIns="182880" tIns="91440" rIns="18288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3"/>
            <a:ext cx="5791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533400" y="457200"/>
            <a:ext cx="17221200" cy="11548837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33400" y="1243263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Lab1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447800" y="2613894"/>
            <a:ext cx="15849600" cy="7292105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82" name="Rounded Rectangle 81"/>
          <p:cNvSpPr/>
          <p:nvPr/>
        </p:nvSpPr>
        <p:spPr>
          <a:xfrm>
            <a:off x="2491563" y="4547936"/>
            <a:ext cx="10630081" cy="4367463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1472800" y="2672630"/>
            <a:ext cx="99305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Video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11557" y="4547936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VGA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507655" y="3077980"/>
            <a:ext cx="3111995" cy="97919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86" name="TextBox 85"/>
          <p:cNvSpPr txBox="1"/>
          <p:nvPr/>
        </p:nvSpPr>
        <p:spPr>
          <a:xfrm>
            <a:off x="4180366" y="305094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Clock_Wiz_0</a:t>
            </a:r>
            <a:endParaRPr lang="en-US" sz="4400" b="1" dirty="0"/>
          </a:p>
        </p:txBody>
      </p:sp>
      <p:sp>
        <p:nvSpPr>
          <p:cNvPr id="107" name="Rounded Rectangle 106"/>
          <p:cNvSpPr/>
          <p:nvPr/>
        </p:nvSpPr>
        <p:spPr>
          <a:xfrm>
            <a:off x="6874855" y="848028"/>
            <a:ext cx="1753829" cy="1231364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109" name="Straight Connector 108"/>
          <p:cNvCxnSpPr>
            <a:stCxn id="110" idx="3"/>
            <a:endCxn id="117" idx="1"/>
          </p:cNvCxnSpPr>
          <p:nvPr/>
        </p:nvCxnSpPr>
        <p:spPr>
          <a:xfrm>
            <a:off x="6384407" y="1227677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851007" y="104301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11" name="Straight Connector 110"/>
          <p:cNvCxnSpPr>
            <a:cxnSpLocks/>
          </p:cNvCxnSpPr>
          <p:nvPr/>
        </p:nvCxnSpPr>
        <p:spPr>
          <a:xfrm>
            <a:off x="6381949" y="1461199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406331" y="1224381"/>
            <a:ext cx="100874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113" name="Straight Connector 112"/>
          <p:cNvCxnSpPr>
            <a:cxnSpLocks/>
            <a:stCxn id="114" idx="3"/>
            <a:endCxn id="119" idx="1"/>
          </p:cNvCxnSpPr>
          <p:nvPr/>
        </p:nvCxnSpPr>
        <p:spPr>
          <a:xfrm>
            <a:off x="6391474" y="1688878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631932" y="150421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117" name="TextBox 116"/>
          <p:cNvSpPr txBox="1"/>
          <p:nvPr/>
        </p:nvSpPr>
        <p:spPr>
          <a:xfrm>
            <a:off x="6867100" y="104301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18" name="TextBox 117"/>
          <p:cNvSpPr txBox="1"/>
          <p:nvPr/>
        </p:nvSpPr>
        <p:spPr>
          <a:xfrm>
            <a:off x="6876625" y="1276533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19" name="TextBox 118"/>
          <p:cNvSpPr txBox="1"/>
          <p:nvPr/>
        </p:nvSpPr>
        <p:spPr>
          <a:xfrm>
            <a:off x="6876625" y="1504212"/>
            <a:ext cx="141562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up/down</a:t>
            </a:r>
          </a:p>
        </p:txBody>
      </p:sp>
      <p:cxnSp>
        <p:nvCxnSpPr>
          <p:cNvPr id="127" name="Straight Connector 126"/>
          <p:cNvCxnSpPr/>
          <p:nvPr/>
        </p:nvCxnSpPr>
        <p:spPr>
          <a:xfrm flipV="1">
            <a:off x="8618053" y="1235644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8609583" y="848028"/>
            <a:ext cx="106883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trigger.v</a:t>
            </a:r>
            <a:endParaRPr lang="en-US" sz="1800" dirty="0"/>
          </a:p>
        </p:txBody>
      </p:sp>
      <p:cxnSp>
        <p:nvCxnSpPr>
          <p:cNvPr id="129" name="Straight Connector 128"/>
          <p:cNvCxnSpPr>
            <a:stCxn id="130" idx="3"/>
            <a:endCxn id="135" idx="1"/>
          </p:cNvCxnSpPr>
          <p:nvPr/>
        </p:nvCxnSpPr>
        <p:spPr>
          <a:xfrm>
            <a:off x="3024963" y="3272299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2491563" y="3087633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31" name="Straight Connector 130"/>
          <p:cNvCxnSpPr>
            <a:stCxn id="132" idx="3"/>
            <a:endCxn id="136" idx="1"/>
          </p:cNvCxnSpPr>
          <p:nvPr/>
        </p:nvCxnSpPr>
        <p:spPr>
          <a:xfrm>
            <a:off x="3022505" y="3552076"/>
            <a:ext cx="48515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2037040" y="3367410"/>
            <a:ext cx="98546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35" name="TextBox 134"/>
          <p:cNvSpPr txBox="1"/>
          <p:nvPr/>
        </p:nvSpPr>
        <p:spPr>
          <a:xfrm>
            <a:off x="3507656" y="3087633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36" name="TextBox 135"/>
          <p:cNvSpPr txBox="1"/>
          <p:nvPr/>
        </p:nvSpPr>
        <p:spPr>
          <a:xfrm>
            <a:off x="3507655" y="3367410"/>
            <a:ext cx="81656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resetn</a:t>
            </a:r>
            <a:endParaRPr lang="en-US" sz="1800" dirty="0"/>
          </a:p>
        </p:txBody>
      </p:sp>
      <p:cxnSp>
        <p:nvCxnSpPr>
          <p:cNvPr id="138" name="Straight Connector 137"/>
          <p:cNvCxnSpPr>
            <a:stCxn id="139" idx="3"/>
          </p:cNvCxnSpPr>
          <p:nvPr/>
        </p:nvCxnSpPr>
        <p:spPr>
          <a:xfrm>
            <a:off x="6608134" y="3247276"/>
            <a:ext cx="101363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617534" y="3062610"/>
            <a:ext cx="9906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clk_out1</a:t>
            </a:r>
          </a:p>
        </p:txBody>
      </p:sp>
      <p:cxnSp>
        <p:nvCxnSpPr>
          <p:cNvPr id="140" name="Straight Connector 139"/>
          <p:cNvCxnSpPr/>
          <p:nvPr/>
        </p:nvCxnSpPr>
        <p:spPr>
          <a:xfrm>
            <a:off x="6621442" y="3552997"/>
            <a:ext cx="101609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617534" y="3368331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clk_out2</a:t>
            </a:r>
          </a:p>
        </p:txBody>
      </p:sp>
      <p:cxnSp>
        <p:nvCxnSpPr>
          <p:cNvPr id="142" name="Straight Connector 141"/>
          <p:cNvCxnSpPr/>
          <p:nvPr/>
        </p:nvCxnSpPr>
        <p:spPr>
          <a:xfrm>
            <a:off x="6621442" y="3872504"/>
            <a:ext cx="101609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617534" y="3687838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05676" y="2895600"/>
            <a:ext cx="140854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pixel_clk</a:t>
            </a:r>
            <a:endParaRPr lang="en-US" sz="1800" dirty="0"/>
          </a:p>
        </p:txBody>
      </p:sp>
      <p:sp>
        <p:nvSpPr>
          <p:cNvPr id="165" name="TextBox 164"/>
          <p:cNvSpPr txBox="1"/>
          <p:nvPr/>
        </p:nvSpPr>
        <p:spPr>
          <a:xfrm>
            <a:off x="6608134" y="3207796"/>
            <a:ext cx="140854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serialize_clk</a:t>
            </a:r>
            <a:endParaRPr lang="en-US" sz="1800" dirty="0"/>
          </a:p>
        </p:txBody>
      </p:sp>
      <p:sp>
        <p:nvSpPr>
          <p:cNvPr id="166" name="TextBox 165"/>
          <p:cNvSpPr txBox="1"/>
          <p:nvPr/>
        </p:nvSpPr>
        <p:spPr>
          <a:xfrm>
            <a:off x="6605676" y="3527303"/>
            <a:ext cx="167217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serialize_clk_n</a:t>
            </a:r>
            <a:endParaRPr lang="en-US" sz="1800" dirty="0"/>
          </a:p>
        </p:txBody>
      </p:sp>
      <p:sp>
        <p:nvSpPr>
          <p:cNvPr id="125" name="TextBox 124"/>
          <p:cNvSpPr txBox="1"/>
          <p:nvPr/>
        </p:nvSpPr>
        <p:spPr>
          <a:xfrm>
            <a:off x="13871826" y="7403068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blank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865549" y="7677150"/>
            <a:ext cx="101630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v_synch</a:t>
            </a:r>
            <a:endParaRPr lang="en-US" sz="1800" dirty="0"/>
          </a:p>
        </p:txBody>
      </p:sp>
      <p:sp>
        <p:nvSpPr>
          <p:cNvPr id="145" name="TextBox 144"/>
          <p:cNvSpPr txBox="1"/>
          <p:nvPr/>
        </p:nvSpPr>
        <p:spPr>
          <a:xfrm>
            <a:off x="13872724" y="7936468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h_synch</a:t>
            </a:r>
            <a:endParaRPr lang="en-US" sz="1800" dirty="0"/>
          </a:p>
        </p:txBody>
      </p:sp>
      <p:sp>
        <p:nvSpPr>
          <p:cNvPr id="169" name="TextBox 168"/>
          <p:cNvSpPr txBox="1"/>
          <p:nvPr/>
        </p:nvSpPr>
        <p:spPr>
          <a:xfrm>
            <a:off x="13868400" y="5877972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871665" y="6314028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871533" y="6743686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B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3882626" y="5734050"/>
            <a:ext cx="1447800" cy="2895600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73" name="TextBox 172"/>
          <p:cNvSpPr txBox="1"/>
          <p:nvPr/>
        </p:nvSpPr>
        <p:spPr>
          <a:xfrm>
            <a:off x="14167799" y="5751879"/>
            <a:ext cx="87745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DVID</a:t>
            </a:r>
            <a:endParaRPr lang="en-US" sz="4400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15011400" y="5884652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5014665" y="6735383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5014533" y="7587447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B</a:t>
            </a:r>
          </a:p>
        </p:txBody>
      </p:sp>
      <p:cxnSp>
        <p:nvCxnSpPr>
          <p:cNvPr id="177" name="Straight Connector 176"/>
          <p:cNvCxnSpPr>
            <a:stCxn id="174" idx="3"/>
            <a:endCxn id="76" idx="3"/>
          </p:cNvCxnSpPr>
          <p:nvPr/>
        </p:nvCxnSpPr>
        <p:spPr>
          <a:xfrm flipV="1">
            <a:off x="15327161" y="6065574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15607665" y="5801081"/>
            <a:ext cx="584107" cy="528985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Connector 179"/>
          <p:cNvCxnSpPr>
            <a:endCxn id="181" idx="3"/>
          </p:cNvCxnSpPr>
          <p:nvPr/>
        </p:nvCxnSpPr>
        <p:spPr>
          <a:xfrm flipV="1">
            <a:off x="15325528" y="6915506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Isosceles Triangle 180"/>
          <p:cNvSpPr/>
          <p:nvPr/>
        </p:nvSpPr>
        <p:spPr>
          <a:xfrm rot="5400000">
            <a:off x="15606032" y="6651013"/>
            <a:ext cx="584107" cy="528985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2" name="Straight Connector 181"/>
          <p:cNvCxnSpPr>
            <a:endCxn id="183" idx="3"/>
          </p:cNvCxnSpPr>
          <p:nvPr/>
        </p:nvCxnSpPr>
        <p:spPr>
          <a:xfrm flipV="1">
            <a:off x="15323895" y="7772303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/>
          <p:cNvSpPr/>
          <p:nvPr/>
        </p:nvSpPr>
        <p:spPr>
          <a:xfrm rot="5400000">
            <a:off x="15604399" y="7507810"/>
            <a:ext cx="584107" cy="528985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Connector 183"/>
          <p:cNvCxnSpPr/>
          <p:nvPr/>
        </p:nvCxnSpPr>
        <p:spPr>
          <a:xfrm flipV="1">
            <a:off x="15856146" y="5886913"/>
            <a:ext cx="918422" cy="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V="1">
            <a:off x="15852880" y="6241372"/>
            <a:ext cx="1306346" cy="2614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V="1">
            <a:off x="15854125" y="6736022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V="1">
            <a:off x="15850859" y="7086600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flipV="1">
            <a:off x="15852880" y="7594484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V="1">
            <a:off x="15849614" y="7951556"/>
            <a:ext cx="308065" cy="2261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>
            <a:off x="16772752" y="5872698"/>
            <a:ext cx="1515248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17159226" y="6241372"/>
            <a:ext cx="1128774" cy="70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Elbow Connector 209"/>
          <p:cNvCxnSpPr/>
          <p:nvPr/>
        </p:nvCxnSpPr>
        <p:spPr>
          <a:xfrm flipV="1">
            <a:off x="16157677" y="5872348"/>
            <a:ext cx="1230149" cy="864804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Elbow Connector 211"/>
          <p:cNvCxnSpPr/>
          <p:nvPr/>
        </p:nvCxnSpPr>
        <p:spPr>
          <a:xfrm rot="5400000" flipH="1" flipV="1">
            <a:off x="16035665" y="6857398"/>
            <a:ext cx="859100" cy="615072"/>
          </a:xfrm>
          <a:prstGeom prst="bentConnector3">
            <a:avLst>
              <a:gd name="adj1" fmla="val -26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/>
          <p:nvPr/>
        </p:nvCxnSpPr>
        <p:spPr>
          <a:xfrm flipV="1">
            <a:off x="16157677" y="6231403"/>
            <a:ext cx="1233782" cy="861691"/>
          </a:xfrm>
          <a:prstGeom prst="bentConnector3">
            <a:avLst>
              <a:gd name="adj1" fmla="val 8036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lbow Connector 219"/>
          <p:cNvCxnSpPr/>
          <p:nvPr/>
        </p:nvCxnSpPr>
        <p:spPr>
          <a:xfrm rot="5400000" flipH="1" flipV="1">
            <a:off x="15794718" y="6594363"/>
            <a:ext cx="1720154" cy="994233"/>
          </a:xfrm>
          <a:prstGeom prst="bentConnector3">
            <a:avLst>
              <a:gd name="adj1" fmla="val 16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16750045" y="5861050"/>
            <a:ext cx="47231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/>
          <p:cNvSpPr/>
          <p:nvPr/>
        </p:nvSpPr>
        <p:spPr>
          <a:xfrm>
            <a:off x="17127476" y="6229350"/>
            <a:ext cx="45719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/>
          <p:cNvSpPr/>
          <p:nvPr/>
        </p:nvSpPr>
        <p:spPr>
          <a:xfrm>
            <a:off x="17124695" y="7071972"/>
            <a:ext cx="47231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/>
          <p:cNvSpPr/>
          <p:nvPr/>
        </p:nvSpPr>
        <p:spPr>
          <a:xfrm>
            <a:off x="16743695" y="6716372"/>
            <a:ext cx="47231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TextBox 240"/>
          <p:cNvSpPr txBox="1"/>
          <p:nvPr/>
        </p:nvSpPr>
        <p:spPr>
          <a:xfrm>
            <a:off x="15393063" y="5466318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OBUFDS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5396329" y="6324600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OBUFDS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5396329" y="7181706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OBUFDS</a:t>
            </a:r>
          </a:p>
        </p:txBody>
      </p:sp>
      <p:cxnSp>
        <p:nvCxnSpPr>
          <p:cNvPr id="222" name="Straight Connector 221"/>
          <p:cNvCxnSpPr/>
          <p:nvPr/>
        </p:nvCxnSpPr>
        <p:spPr>
          <a:xfrm>
            <a:off x="1983658" y="5221600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1981200" y="5501377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447800" y="4897725"/>
            <a:ext cx="105103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pixel_clk</a:t>
            </a:r>
            <a:endParaRPr lang="en-US" sz="1800" dirty="0"/>
          </a:p>
        </p:txBody>
      </p:sp>
      <p:sp>
        <p:nvSpPr>
          <p:cNvPr id="225" name="TextBox 224"/>
          <p:cNvSpPr txBox="1"/>
          <p:nvPr/>
        </p:nvSpPr>
        <p:spPr>
          <a:xfrm>
            <a:off x="1577705" y="5177502"/>
            <a:ext cx="91867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260" name="TextBox 259"/>
          <p:cNvSpPr txBox="1"/>
          <p:nvPr/>
        </p:nvSpPr>
        <p:spPr>
          <a:xfrm>
            <a:off x="8001000" y="8546067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467600" y="854606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262" name="Straight Connector 261"/>
          <p:cNvCxnSpPr/>
          <p:nvPr/>
        </p:nvCxnSpPr>
        <p:spPr>
          <a:xfrm>
            <a:off x="7752940" y="8915399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/>
          <p:cNvCxnSpPr/>
          <p:nvPr/>
        </p:nvCxnSpPr>
        <p:spPr>
          <a:xfrm>
            <a:off x="8456664" y="8915400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8461272" y="9536668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172325" y="9536668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461272" y="9917668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172325" y="9917668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270" name="Straight Connector 269"/>
          <p:cNvCxnSpPr>
            <a:cxnSpLocks/>
            <a:endCxn id="273" idx="1"/>
          </p:cNvCxnSpPr>
          <p:nvPr/>
        </p:nvCxnSpPr>
        <p:spPr>
          <a:xfrm>
            <a:off x="304800" y="7987784"/>
            <a:ext cx="219362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2479371" y="7543800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498420" y="7803118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ch1_enb</a:t>
            </a:r>
          </a:p>
        </p:txBody>
      </p:sp>
      <p:cxnSp>
        <p:nvCxnSpPr>
          <p:cNvPr id="276" name="Straight Connector 275"/>
          <p:cNvCxnSpPr>
            <a:cxnSpLocks/>
            <a:endCxn id="279" idx="1"/>
          </p:cNvCxnSpPr>
          <p:nvPr/>
        </p:nvCxnSpPr>
        <p:spPr>
          <a:xfrm>
            <a:off x="304800" y="8521184"/>
            <a:ext cx="220314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2488895" y="8077200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2507944" y="8336518"/>
            <a:ext cx="100677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ch2_enb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-51276" y="7613889"/>
            <a:ext cx="139168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Switch(0)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-60968" y="8163537"/>
            <a:ext cx="1402009" cy="3825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Switch(1)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307118" y="7365484"/>
            <a:ext cx="121713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ch1.active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406206" y="7675969"/>
            <a:ext cx="102267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ch1.en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123721" y="7955518"/>
            <a:ext cx="14312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ch2.active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415730" y="8209369"/>
            <a:ext cx="102267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ch2.en</a:t>
            </a:r>
          </a:p>
        </p:txBody>
      </p:sp>
      <p:cxnSp>
        <p:nvCxnSpPr>
          <p:cNvPr id="288" name="Straight Connector 287"/>
          <p:cNvCxnSpPr>
            <a:endCxn id="289" idx="1"/>
          </p:cNvCxnSpPr>
          <p:nvPr/>
        </p:nvCxnSpPr>
        <p:spPr>
          <a:xfrm>
            <a:off x="48249" y="3857894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533400" y="367322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cxnSp>
        <p:nvCxnSpPr>
          <p:cNvPr id="290" name="Straight Connector 289"/>
          <p:cNvCxnSpPr>
            <a:endCxn id="294" idx="1"/>
          </p:cNvCxnSpPr>
          <p:nvPr/>
        </p:nvCxnSpPr>
        <p:spPr>
          <a:xfrm>
            <a:off x="48249" y="4230012"/>
            <a:ext cx="1402009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/>
          <p:cNvCxnSpPr>
            <a:endCxn id="295" idx="1"/>
          </p:cNvCxnSpPr>
          <p:nvPr/>
        </p:nvCxnSpPr>
        <p:spPr>
          <a:xfrm>
            <a:off x="48249" y="4463534"/>
            <a:ext cx="1402009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50258" y="4045346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95" name="TextBox 294"/>
          <p:cNvSpPr txBox="1"/>
          <p:nvPr/>
        </p:nvSpPr>
        <p:spPr>
          <a:xfrm>
            <a:off x="1450258" y="4278868"/>
            <a:ext cx="96202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296" name="TextBox 295"/>
          <p:cNvSpPr txBox="1"/>
          <p:nvPr/>
        </p:nvSpPr>
        <p:spPr>
          <a:xfrm>
            <a:off x="545275" y="392857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298" name="Straight Connector 297"/>
          <p:cNvCxnSpPr/>
          <p:nvPr/>
        </p:nvCxnSpPr>
        <p:spPr>
          <a:xfrm>
            <a:off x="870273" y="6147316"/>
            <a:ext cx="1618626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/>
          <p:cNvCxnSpPr>
            <a:endCxn id="301" idx="1"/>
          </p:cNvCxnSpPr>
          <p:nvPr/>
        </p:nvCxnSpPr>
        <p:spPr>
          <a:xfrm>
            <a:off x="863411" y="6406523"/>
            <a:ext cx="1628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533400" y="4162093"/>
            <a:ext cx="92381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00" name="TextBox 299"/>
          <p:cNvSpPr txBox="1"/>
          <p:nvPr/>
        </p:nvSpPr>
        <p:spPr>
          <a:xfrm>
            <a:off x="2479373" y="5962650"/>
            <a:ext cx="102828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trigger.v</a:t>
            </a:r>
            <a:endParaRPr lang="en-US" sz="1800" dirty="0"/>
          </a:p>
        </p:txBody>
      </p:sp>
      <p:sp>
        <p:nvSpPr>
          <p:cNvPr id="301" name="TextBox 300"/>
          <p:cNvSpPr txBox="1"/>
          <p:nvPr/>
        </p:nvSpPr>
        <p:spPr>
          <a:xfrm>
            <a:off x="2491562" y="6221857"/>
            <a:ext cx="92753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trigger.t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81000" y="5812466"/>
            <a:ext cx="10822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trigger.v</a:t>
            </a:r>
            <a:endParaRPr lang="en-US" sz="1800" dirty="0"/>
          </a:p>
        </p:txBody>
      </p:sp>
      <p:sp>
        <p:nvSpPr>
          <p:cNvPr id="303" name="TextBox 302"/>
          <p:cNvSpPr txBox="1"/>
          <p:nvPr/>
        </p:nvSpPr>
        <p:spPr>
          <a:xfrm>
            <a:off x="425130" y="6076323"/>
            <a:ext cx="102267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trigger.t</a:t>
            </a:r>
          </a:p>
        </p:txBody>
      </p:sp>
      <p:cxnSp>
        <p:nvCxnSpPr>
          <p:cNvPr id="306" name="Straight Connector 305"/>
          <p:cNvCxnSpPr/>
          <p:nvPr/>
        </p:nvCxnSpPr>
        <p:spPr>
          <a:xfrm>
            <a:off x="14762934" y="4162093"/>
            <a:ext cx="1643" cy="155290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 rot="16200000">
            <a:off x="13839830" y="4654817"/>
            <a:ext cx="158827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Serialize_clk_n</a:t>
            </a:r>
            <a:endParaRPr lang="en-US" sz="1800" dirty="0"/>
          </a:p>
        </p:txBody>
      </p:sp>
      <p:cxnSp>
        <p:nvCxnSpPr>
          <p:cNvPr id="308" name="Straight Connector 307"/>
          <p:cNvCxnSpPr/>
          <p:nvPr/>
        </p:nvCxnSpPr>
        <p:spPr>
          <a:xfrm>
            <a:off x="14410634" y="4155347"/>
            <a:ext cx="1643" cy="155290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/>
          <p:cNvSpPr txBox="1"/>
          <p:nvPr/>
        </p:nvSpPr>
        <p:spPr>
          <a:xfrm rot="16200000">
            <a:off x="13487530" y="4648071"/>
            <a:ext cx="158827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Serialize_clk</a:t>
            </a:r>
            <a:endParaRPr lang="en-US" sz="1800" dirty="0"/>
          </a:p>
        </p:txBody>
      </p:sp>
      <p:sp>
        <p:nvSpPr>
          <p:cNvPr id="269" name="TextBox 268"/>
          <p:cNvSpPr txBox="1"/>
          <p:nvPr/>
        </p:nvSpPr>
        <p:spPr>
          <a:xfrm>
            <a:off x="16687800" y="5505442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tmds</a:t>
            </a:r>
            <a:endParaRPr lang="en-US" sz="1800" dirty="0"/>
          </a:p>
        </p:txBody>
      </p:sp>
      <p:sp>
        <p:nvSpPr>
          <p:cNvPr id="271" name="TextBox 270"/>
          <p:cNvSpPr txBox="1"/>
          <p:nvPr/>
        </p:nvSpPr>
        <p:spPr>
          <a:xfrm>
            <a:off x="16698990" y="5879068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tmdsb</a:t>
            </a:r>
            <a:endParaRPr lang="en-US" sz="18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C2125E-7325-8615-AB73-6BCE37D4BE15}"/>
              </a:ext>
            </a:extLst>
          </p:cNvPr>
          <p:cNvCxnSpPr/>
          <p:nvPr/>
        </p:nvCxnSpPr>
        <p:spPr>
          <a:xfrm flipV="1">
            <a:off x="16992600" y="1961523"/>
            <a:ext cx="1219200" cy="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988A69-4125-D93F-F21A-BD105001CCC1}"/>
              </a:ext>
            </a:extLst>
          </p:cNvPr>
          <p:cNvSpPr txBox="1"/>
          <p:nvPr/>
        </p:nvSpPr>
        <p:spPr>
          <a:xfrm>
            <a:off x="17262145" y="164299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LED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C7B1C-2D51-3DE6-394F-0ECDB9E3921C}"/>
              </a:ext>
            </a:extLst>
          </p:cNvPr>
          <p:cNvSpPr txBox="1"/>
          <p:nvPr/>
        </p:nvSpPr>
        <p:spPr>
          <a:xfrm>
            <a:off x="6990612" y="822394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 err="1"/>
              <a:t>Numeric_stepper</a:t>
            </a:r>
            <a:endParaRPr lang="en-US" b="1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ECE1D5-8E66-F4B7-7BCA-AD84CABCACFC}"/>
              </a:ext>
            </a:extLst>
          </p:cNvPr>
          <p:cNvCxnSpPr>
            <a:cxnSpLocks/>
          </p:cNvCxnSpPr>
          <p:nvPr/>
        </p:nvCxnSpPr>
        <p:spPr>
          <a:xfrm>
            <a:off x="6372424" y="1908185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341731-9312-884B-B5CF-8BDC7DA47CD5}"/>
              </a:ext>
            </a:extLst>
          </p:cNvPr>
          <p:cNvSpPr txBox="1"/>
          <p:nvPr/>
        </p:nvSpPr>
        <p:spPr>
          <a:xfrm>
            <a:off x="5382731" y="1722107"/>
            <a:ext cx="100874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en</a:t>
            </a:r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58804D-A265-D128-3075-00A278906F1D}"/>
              </a:ext>
            </a:extLst>
          </p:cNvPr>
          <p:cNvSpPr txBox="1"/>
          <p:nvPr/>
        </p:nvSpPr>
        <p:spPr>
          <a:xfrm>
            <a:off x="6867100" y="1723519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en</a:t>
            </a:r>
            <a:endParaRPr lang="en-US" sz="1800" dirty="0"/>
          </a:p>
        </p:txBody>
      </p:sp>
      <p:sp>
        <p:nvSpPr>
          <p:cNvPr id="28" name="Rounded Rectangle 106">
            <a:extLst>
              <a:ext uri="{FF2B5EF4-FFF2-40B4-BE49-F238E27FC236}">
                <a16:creationId xmlns:a16="http://schemas.microsoft.com/office/drawing/2014/main" id="{D8840107-3607-C714-9E95-626FD332E27E}"/>
              </a:ext>
            </a:extLst>
          </p:cNvPr>
          <p:cNvSpPr/>
          <p:nvPr/>
        </p:nvSpPr>
        <p:spPr>
          <a:xfrm>
            <a:off x="2886776" y="860049"/>
            <a:ext cx="1753829" cy="1231364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6845C7-EC93-1492-B835-A53C9FF92F02}"/>
              </a:ext>
            </a:extLst>
          </p:cNvPr>
          <p:cNvCxnSpPr>
            <a:stCxn id="30" idx="3"/>
            <a:endCxn id="33" idx="1"/>
          </p:cNvCxnSpPr>
          <p:nvPr/>
        </p:nvCxnSpPr>
        <p:spPr>
          <a:xfrm>
            <a:off x="2396328" y="1239698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6444B91-7999-17FE-AD66-E920C31609F3}"/>
              </a:ext>
            </a:extLst>
          </p:cNvPr>
          <p:cNvSpPr txBox="1"/>
          <p:nvPr/>
        </p:nvSpPr>
        <p:spPr>
          <a:xfrm>
            <a:off x="1862928" y="1055032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A45386-71D3-FAC8-8318-BE02F9E9AA73}"/>
              </a:ext>
            </a:extLst>
          </p:cNvPr>
          <p:cNvCxnSpPr>
            <a:cxnSpLocks/>
          </p:cNvCxnSpPr>
          <p:nvPr/>
        </p:nvCxnSpPr>
        <p:spPr>
          <a:xfrm>
            <a:off x="2393870" y="1473220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44E3929-8F5E-3943-7D63-0F94AA2B23EA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2403395" y="1700899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B547836-6FD8-9014-829B-1ECEEB5FEC0E}"/>
              </a:ext>
            </a:extLst>
          </p:cNvPr>
          <p:cNvSpPr txBox="1"/>
          <p:nvPr/>
        </p:nvSpPr>
        <p:spPr>
          <a:xfrm>
            <a:off x="1643853" y="1516233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C0062-FA22-2C5A-89DD-B3F6C74DD3C2}"/>
              </a:ext>
            </a:extLst>
          </p:cNvPr>
          <p:cNvSpPr txBox="1"/>
          <p:nvPr/>
        </p:nvSpPr>
        <p:spPr>
          <a:xfrm>
            <a:off x="2879021" y="1055032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B494E4-5ED7-6D46-5A11-2FF08B778B4D}"/>
              </a:ext>
            </a:extLst>
          </p:cNvPr>
          <p:cNvSpPr txBox="1"/>
          <p:nvPr/>
        </p:nvSpPr>
        <p:spPr>
          <a:xfrm>
            <a:off x="2888546" y="1288554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A0A494-3C18-2C0D-9C7B-39B9AFD978C1}"/>
              </a:ext>
            </a:extLst>
          </p:cNvPr>
          <p:cNvSpPr txBox="1"/>
          <p:nvPr/>
        </p:nvSpPr>
        <p:spPr>
          <a:xfrm>
            <a:off x="2888546" y="1516233"/>
            <a:ext cx="141562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up/down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C7D18AF-320F-9A4E-DE11-5322ADB7C022}"/>
              </a:ext>
            </a:extLst>
          </p:cNvPr>
          <p:cNvCxnSpPr/>
          <p:nvPr/>
        </p:nvCxnSpPr>
        <p:spPr>
          <a:xfrm flipV="1">
            <a:off x="4629974" y="1247665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60B36BD-3DDE-8573-5349-2D95180C915A}"/>
              </a:ext>
            </a:extLst>
          </p:cNvPr>
          <p:cNvSpPr txBox="1"/>
          <p:nvPr/>
        </p:nvSpPr>
        <p:spPr>
          <a:xfrm>
            <a:off x="4621504" y="860049"/>
            <a:ext cx="106883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trigger.t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A6C8DE-A83E-2D15-32CE-8D1E1B1FA416}"/>
              </a:ext>
            </a:extLst>
          </p:cNvPr>
          <p:cNvSpPr txBox="1"/>
          <p:nvPr/>
        </p:nvSpPr>
        <p:spPr>
          <a:xfrm>
            <a:off x="3002533" y="834415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 err="1"/>
              <a:t>Numeric_stepper</a:t>
            </a:r>
            <a:endParaRPr lang="en-US" b="1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3C11ECC-B902-8953-8166-9905B811E730}"/>
              </a:ext>
            </a:extLst>
          </p:cNvPr>
          <p:cNvCxnSpPr>
            <a:cxnSpLocks/>
          </p:cNvCxnSpPr>
          <p:nvPr/>
        </p:nvCxnSpPr>
        <p:spPr>
          <a:xfrm>
            <a:off x="2384345" y="1920206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88EE268-B423-C474-2F7C-650AA22A7A07}"/>
              </a:ext>
            </a:extLst>
          </p:cNvPr>
          <p:cNvSpPr txBox="1"/>
          <p:nvPr/>
        </p:nvSpPr>
        <p:spPr>
          <a:xfrm>
            <a:off x="2879021" y="1735540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en</a:t>
            </a:r>
            <a:endParaRPr lang="en-US" sz="1800" dirty="0"/>
          </a:p>
        </p:txBody>
      </p: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D83C37A-B1D3-C696-18FC-4156FA68A73F}"/>
              </a:ext>
            </a:extLst>
          </p:cNvPr>
          <p:cNvGrpSpPr/>
          <p:nvPr/>
        </p:nvGrpSpPr>
        <p:grpSpPr>
          <a:xfrm>
            <a:off x="3357372" y="4765728"/>
            <a:ext cx="5050164" cy="3923240"/>
            <a:chOff x="3600655" y="4687360"/>
            <a:chExt cx="5050164" cy="3923240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383BFF42-825B-6148-4299-2C5702D0A303}"/>
                </a:ext>
              </a:extLst>
            </p:cNvPr>
            <p:cNvSpPr txBox="1"/>
            <p:nvPr/>
          </p:nvSpPr>
          <p:spPr>
            <a:xfrm>
              <a:off x="4771713" y="8083224"/>
              <a:ext cx="646196" cy="48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row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6300FA4F-E79B-6731-021E-D5075B2F47E3}"/>
                </a:ext>
              </a:extLst>
            </p:cNvPr>
            <p:cNvSpPr txBox="1"/>
            <p:nvPr/>
          </p:nvSpPr>
          <p:spPr>
            <a:xfrm>
              <a:off x="5459102" y="8115900"/>
              <a:ext cx="537676" cy="48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col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E41884C8-E84C-8C02-E131-101040D1903A}"/>
                </a:ext>
              </a:extLst>
            </p:cNvPr>
            <p:cNvSpPr txBox="1"/>
            <p:nvPr/>
          </p:nvSpPr>
          <p:spPr>
            <a:xfrm>
              <a:off x="5902931" y="8093709"/>
              <a:ext cx="981828" cy="48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/>
                <a:t>h_sync</a:t>
              </a:r>
              <a:endParaRPr lang="en-US" sz="1800" dirty="0"/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376B3BC5-D262-7C99-F6A2-44B6480AFC7F}"/>
                </a:ext>
              </a:extLst>
            </p:cNvPr>
            <p:cNvSpPr txBox="1"/>
            <p:nvPr/>
          </p:nvSpPr>
          <p:spPr>
            <a:xfrm>
              <a:off x="6793746" y="8099844"/>
              <a:ext cx="961001" cy="48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v_sync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105A8DC9-C621-4139-2F8B-741912857F74}"/>
                </a:ext>
              </a:extLst>
            </p:cNvPr>
            <p:cNvSpPr txBox="1"/>
            <p:nvPr/>
          </p:nvSpPr>
          <p:spPr>
            <a:xfrm>
              <a:off x="7828780" y="8122367"/>
              <a:ext cx="822039" cy="48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blank</a:t>
              </a: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193108DA-A724-F1BF-7C87-DB1D316A4B38}"/>
                </a:ext>
              </a:extLst>
            </p:cNvPr>
            <p:cNvGrpSpPr/>
            <p:nvPr/>
          </p:nvGrpSpPr>
          <p:grpSpPr>
            <a:xfrm>
              <a:off x="3600655" y="4687360"/>
              <a:ext cx="4917236" cy="3503863"/>
              <a:chOff x="3600655" y="4687360"/>
              <a:chExt cx="4917236" cy="3503863"/>
            </a:xfrm>
          </p:grpSpPr>
          <p:sp>
            <p:nvSpPr>
              <p:cNvPr id="339" name="Rectangle: Rounded Corners 338">
                <a:extLst>
                  <a:ext uri="{FF2B5EF4-FFF2-40B4-BE49-F238E27FC236}">
                    <a16:creationId xmlns:a16="http://schemas.microsoft.com/office/drawing/2014/main" id="{EF829AF5-E70B-01AE-EA1F-294D7C0F6A37}"/>
                  </a:ext>
                </a:extLst>
              </p:cNvPr>
              <p:cNvSpPr/>
              <p:nvPr/>
            </p:nvSpPr>
            <p:spPr>
              <a:xfrm>
                <a:off x="4259923" y="4687360"/>
                <a:ext cx="4257968" cy="314428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0" name="Straight Arrow Connector 339">
                <a:extLst>
                  <a:ext uri="{FF2B5EF4-FFF2-40B4-BE49-F238E27FC236}">
                    <a16:creationId xmlns:a16="http://schemas.microsoft.com/office/drawing/2014/main" id="{A7D1551C-5A28-911E-0964-30B878F11BB1}"/>
                  </a:ext>
                </a:extLst>
              </p:cNvPr>
              <p:cNvCxnSpPr/>
              <p:nvPr/>
            </p:nvCxnSpPr>
            <p:spPr>
              <a:xfrm>
                <a:off x="3600655" y="5334000"/>
                <a:ext cx="64677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7852FB2-D69F-18DC-B242-D3E854B9422C}"/>
                  </a:ext>
                </a:extLst>
              </p:cNvPr>
              <p:cNvSpPr txBox="1"/>
              <p:nvPr/>
            </p:nvSpPr>
            <p:spPr>
              <a:xfrm>
                <a:off x="3614380" y="4998167"/>
                <a:ext cx="887038" cy="488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err="1"/>
                  <a:t>clk</a:t>
                </a:r>
                <a:endParaRPr lang="en-US" sz="1800" dirty="0"/>
              </a:p>
            </p:txBody>
          </p:sp>
          <p:cxnSp>
            <p:nvCxnSpPr>
              <p:cNvPr id="342" name="Straight Arrow Connector 341">
                <a:extLst>
                  <a:ext uri="{FF2B5EF4-FFF2-40B4-BE49-F238E27FC236}">
                    <a16:creationId xmlns:a16="http://schemas.microsoft.com/office/drawing/2014/main" id="{4A02594B-F55B-570A-EEE4-5BE966E7C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352" y="7791450"/>
                <a:ext cx="0" cy="3489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3" name="Straight Arrow Connector 342">
                <a:extLst>
                  <a:ext uri="{FF2B5EF4-FFF2-40B4-BE49-F238E27FC236}">
                    <a16:creationId xmlns:a16="http://schemas.microsoft.com/office/drawing/2014/main" id="{07E16DEA-3106-0D63-14E7-4011FF997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6852" y="7791450"/>
                <a:ext cx="0" cy="3632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4" name="Straight Arrow Connector 343">
                <a:extLst>
                  <a:ext uri="{FF2B5EF4-FFF2-40B4-BE49-F238E27FC236}">
                    <a16:creationId xmlns:a16="http://schemas.microsoft.com/office/drawing/2014/main" id="{42E0E10A-3879-BF49-383A-E6773CE10A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297" y="7791450"/>
                <a:ext cx="0" cy="3511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5" name="Straight Arrow Connector 344">
                <a:extLst>
                  <a:ext uri="{FF2B5EF4-FFF2-40B4-BE49-F238E27FC236}">
                    <a16:creationId xmlns:a16="http://schemas.microsoft.com/office/drawing/2014/main" id="{C0E4650C-AB6D-D67C-3663-AEF2FA9850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314" y="7791450"/>
                <a:ext cx="0" cy="3674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6" name="Straight Arrow Connector 345">
                <a:extLst>
                  <a:ext uri="{FF2B5EF4-FFF2-40B4-BE49-F238E27FC236}">
                    <a16:creationId xmlns:a16="http://schemas.microsoft.com/office/drawing/2014/main" id="{382019EF-B84B-51D3-2873-8CD8F28A8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1971" y="7791450"/>
                <a:ext cx="0" cy="3997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7856C710-9749-0A3C-5290-E4689F9483B1}"/>
                  </a:ext>
                </a:extLst>
              </p:cNvPr>
              <p:cNvGrpSpPr/>
              <p:nvPr/>
            </p:nvGrpSpPr>
            <p:grpSpPr>
              <a:xfrm>
                <a:off x="4324224" y="5237805"/>
                <a:ext cx="1662455" cy="1796253"/>
                <a:chOff x="4324224" y="5237805"/>
                <a:chExt cx="1662455" cy="1796253"/>
              </a:xfrm>
            </p:grpSpPr>
            <p:sp>
              <p:nvSpPr>
                <p:cNvPr id="358" name="Rounded Rectangle 145">
                  <a:extLst>
                    <a:ext uri="{FF2B5EF4-FFF2-40B4-BE49-F238E27FC236}">
                      <a16:creationId xmlns:a16="http://schemas.microsoft.com/office/drawing/2014/main" id="{2B64F364-C371-2F62-1A7F-A853A3210BD3}"/>
                    </a:ext>
                  </a:extLst>
                </p:cNvPr>
                <p:cNvSpPr/>
                <p:nvPr/>
              </p:nvSpPr>
              <p:spPr>
                <a:xfrm>
                  <a:off x="4560798" y="5237805"/>
                  <a:ext cx="1425881" cy="1796253"/>
                </a:xfrm>
                <a:prstGeom prst="roundRect">
                  <a:avLst>
                    <a:gd name="adj" fmla="val 13495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spcCol="0"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23ECCD94-0F9E-7809-45F8-3E82873F16F1}"/>
                    </a:ext>
                  </a:extLst>
                </p:cNvPr>
                <p:cNvSpPr txBox="1"/>
                <p:nvPr/>
              </p:nvSpPr>
              <p:spPr>
                <a:xfrm>
                  <a:off x="4611329" y="5238234"/>
                  <a:ext cx="1309358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sz="1800" b="1" dirty="0"/>
                    <a:t>counter</a:t>
                  </a:r>
                  <a:endParaRPr lang="en-US" sz="4400" b="1" dirty="0"/>
                </a:p>
              </p:txBody>
            </p: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3ED0EBA5-E000-FCE6-70A1-6488D04182B5}"/>
                    </a:ext>
                  </a:extLst>
                </p:cNvPr>
                <p:cNvCxnSpPr>
                  <a:cxnSpLocks/>
                  <a:endCxn id="362" idx="1"/>
                </p:cNvCxnSpPr>
                <p:nvPr/>
              </p:nvCxnSpPr>
              <p:spPr>
                <a:xfrm>
                  <a:off x="4324224" y="5931189"/>
                  <a:ext cx="2365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552AC4DA-8673-BBB0-D74D-89395AAB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4224" y="6200873"/>
                  <a:ext cx="2365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8A2ABCD2-290F-6C74-8D01-75F5F65A87FC}"/>
                    </a:ext>
                  </a:extLst>
                </p:cNvPr>
                <p:cNvSpPr txBox="1"/>
                <p:nvPr/>
              </p:nvSpPr>
              <p:spPr>
                <a:xfrm>
                  <a:off x="4560797" y="5746523"/>
                  <a:ext cx="717583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 err="1"/>
                    <a:t>clk</a:t>
                  </a:r>
                  <a:endParaRPr lang="en-US" sz="1800" dirty="0"/>
                </a:p>
              </p:txBody>
            </p:sp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98355657-330D-F0FB-7AE5-49EB5C3DD390}"/>
                    </a:ext>
                  </a:extLst>
                </p:cNvPr>
                <p:cNvSpPr txBox="1"/>
                <p:nvPr/>
              </p:nvSpPr>
              <p:spPr>
                <a:xfrm>
                  <a:off x="4539260" y="5964033"/>
                  <a:ext cx="1255985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 err="1"/>
                    <a:t>reset_n</a:t>
                  </a:r>
                  <a:endParaRPr lang="en-US" sz="1800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8578C59C-B22C-9357-F92B-F903B946FA05}"/>
                    </a:ext>
                  </a:extLst>
                </p:cNvPr>
                <p:cNvSpPr txBox="1"/>
                <p:nvPr/>
              </p:nvSpPr>
              <p:spPr>
                <a:xfrm>
                  <a:off x="5358808" y="5671066"/>
                  <a:ext cx="597329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800" dirty="0"/>
                    <a:t>roll</a:t>
                  </a:r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55B2DA0C-1898-542F-3C28-853E34428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4224" y="6500658"/>
                  <a:ext cx="21537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00B5250F-32F3-7B78-79CF-728DA9ABFA0F}"/>
                    </a:ext>
                  </a:extLst>
                </p:cNvPr>
                <p:cNvSpPr txBox="1"/>
                <p:nvPr/>
              </p:nvSpPr>
              <p:spPr>
                <a:xfrm>
                  <a:off x="4561997" y="6262182"/>
                  <a:ext cx="1021812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/>
                    <a:t>ctrl</a:t>
                  </a:r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0FA1A597-9996-D3C9-837C-6DFE7A4C33A6}"/>
                  </a:ext>
                </a:extLst>
              </p:cNvPr>
              <p:cNvGrpSpPr/>
              <p:nvPr/>
            </p:nvGrpSpPr>
            <p:grpSpPr>
              <a:xfrm>
                <a:off x="6537434" y="5226847"/>
                <a:ext cx="1662455" cy="1796253"/>
                <a:chOff x="4324224" y="5237805"/>
                <a:chExt cx="1662455" cy="1796253"/>
              </a:xfrm>
            </p:grpSpPr>
            <p:sp>
              <p:nvSpPr>
                <p:cNvPr id="349" name="Rounded Rectangle 145">
                  <a:extLst>
                    <a:ext uri="{FF2B5EF4-FFF2-40B4-BE49-F238E27FC236}">
                      <a16:creationId xmlns:a16="http://schemas.microsoft.com/office/drawing/2014/main" id="{F3DB6700-B207-7CFE-52CF-280491AD42D4}"/>
                    </a:ext>
                  </a:extLst>
                </p:cNvPr>
                <p:cNvSpPr/>
                <p:nvPr/>
              </p:nvSpPr>
              <p:spPr>
                <a:xfrm>
                  <a:off x="4560798" y="5237805"/>
                  <a:ext cx="1425881" cy="1796253"/>
                </a:xfrm>
                <a:prstGeom prst="roundRect">
                  <a:avLst>
                    <a:gd name="adj" fmla="val 13495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spcCol="0"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E72B51B3-692B-71A5-A427-F4C4B81597C7}"/>
                    </a:ext>
                  </a:extLst>
                </p:cNvPr>
                <p:cNvSpPr txBox="1"/>
                <p:nvPr/>
              </p:nvSpPr>
              <p:spPr>
                <a:xfrm>
                  <a:off x="4611329" y="5238234"/>
                  <a:ext cx="1309358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sz="1800" b="1" dirty="0"/>
                    <a:t>counter</a:t>
                  </a:r>
                  <a:endParaRPr lang="en-US" sz="4400" b="1" dirty="0"/>
                </a:p>
              </p:txBody>
            </p: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890A21AA-3BE8-8C2A-D3ED-03391A3FE275}"/>
                    </a:ext>
                  </a:extLst>
                </p:cNvPr>
                <p:cNvCxnSpPr>
                  <a:cxnSpLocks/>
                  <a:endCxn id="353" idx="1"/>
                </p:cNvCxnSpPr>
                <p:nvPr/>
              </p:nvCxnSpPr>
              <p:spPr>
                <a:xfrm>
                  <a:off x="4324224" y="5931189"/>
                  <a:ext cx="2365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E7135FCF-AA39-1C02-4065-1C75855A14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4224" y="6200873"/>
                  <a:ext cx="2365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3" name="TextBox 352">
                  <a:extLst>
                    <a:ext uri="{FF2B5EF4-FFF2-40B4-BE49-F238E27FC236}">
                      <a16:creationId xmlns:a16="http://schemas.microsoft.com/office/drawing/2014/main" id="{95A6A1DB-8C4C-D1EE-8262-13D65E3168E1}"/>
                    </a:ext>
                  </a:extLst>
                </p:cNvPr>
                <p:cNvSpPr txBox="1"/>
                <p:nvPr/>
              </p:nvSpPr>
              <p:spPr>
                <a:xfrm>
                  <a:off x="4560797" y="5746523"/>
                  <a:ext cx="717583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 err="1"/>
                    <a:t>clk</a:t>
                  </a:r>
                  <a:endParaRPr lang="en-US" sz="1800" dirty="0"/>
                </a:p>
              </p:txBody>
            </p:sp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C0C88D9B-CD89-6308-3727-C263F4F9ECA9}"/>
                    </a:ext>
                  </a:extLst>
                </p:cNvPr>
                <p:cNvSpPr txBox="1"/>
                <p:nvPr/>
              </p:nvSpPr>
              <p:spPr>
                <a:xfrm>
                  <a:off x="4539260" y="5964033"/>
                  <a:ext cx="1255985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 err="1"/>
                    <a:t>reset_n</a:t>
                  </a:r>
                  <a:endParaRPr lang="en-US" sz="1800" dirty="0"/>
                </a:p>
              </p:txBody>
            </p:sp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5380E918-C92A-62A7-066B-D05C316FD87C}"/>
                    </a:ext>
                  </a:extLst>
                </p:cNvPr>
                <p:cNvSpPr txBox="1"/>
                <p:nvPr/>
              </p:nvSpPr>
              <p:spPr>
                <a:xfrm>
                  <a:off x="5358808" y="5671066"/>
                  <a:ext cx="597329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800" dirty="0"/>
                    <a:t>roll</a:t>
                  </a:r>
                </a:p>
              </p:txBody>
            </p: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4746C574-5116-4708-DC6A-EEAF469F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4224" y="6500658"/>
                  <a:ext cx="21537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350D8BDF-A951-0A07-3B24-CFCD6C446B3D}"/>
                    </a:ext>
                  </a:extLst>
                </p:cNvPr>
                <p:cNvSpPr txBox="1"/>
                <p:nvPr/>
              </p:nvSpPr>
              <p:spPr>
                <a:xfrm>
                  <a:off x="4561997" y="6262182"/>
                  <a:ext cx="1021812" cy="36933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r>
                    <a:rPr lang="en-US" sz="1800" dirty="0"/>
                    <a:t>ctrl</a:t>
                  </a:r>
                </a:p>
              </p:txBody>
            </p:sp>
          </p:grpSp>
        </p:grpSp>
      </p:grpSp>
      <p:sp>
        <p:nvSpPr>
          <p:cNvPr id="367" name="Rounded Rectangle 50">
            <a:extLst>
              <a:ext uri="{FF2B5EF4-FFF2-40B4-BE49-F238E27FC236}">
                <a16:creationId xmlns:a16="http://schemas.microsoft.com/office/drawing/2014/main" id="{21CF61A5-8ED7-DE03-E47E-85033462F980}"/>
              </a:ext>
            </a:extLst>
          </p:cNvPr>
          <p:cNvSpPr/>
          <p:nvPr/>
        </p:nvSpPr>
        <p:spPr>
          <a:xfrm>
            <a:off x="10399345" y="5466318"/>
            <a:ext cx="1425881" cy="1936750"/>
          </a:xfrm>
          <a:prstGeom prst="roundRect">
            <a:avLst>
              <a:gd name="adj" fmla="val 1202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9BCEC17-F543-DB66-CB6D-F1F202A12DA3}"/>
              </a:ext>
            </a:extLst>
          </p:cNvPr>
          <p:cNvSpPr txBox="1"/>
          <p:nvPr/>
        </p:nvSpPr>
        <p:spPr>
          <a:xfrm>
            <a:off x="10362322" y="5486400"/>
            <a:ext cx="154623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 err="1"/>
              <a:t>color_mapper</a:t>
            </a:r>
            <a:endParaRPr lang="en-US" sz="4400" b="1" dirty="0"/>
          </a:p>
        </p:txBody>
      </p: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7DDDC004-A841-4A73-8AA1-5D09E5D77AF2}"/>
              </a:ext>
            </a:extLst>
          </p:cNvPr>
          <p:cNvCxnSpPr>
            <a:endCxn id="373" idx="1"/>
          </p:cNvCxnSpPr>
          <p:nvPr/>
        </p:nvCxnSpPr>
        <p:spPr>
          <a:xfrm flipV="1">
            <a:off x="9923182" y="6135932"/>
            <a:ext cx="482693" cy="148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96189329-66B8-ED94-658A-9745D6348F0B}"/>
              </a:ext>
            </a:extLst>
          </p:cNvPr>
          <p:cNvCxnSpPr>
            <a:endCxn id="374" idx="1"/>
          </p:cNvCxnSpPr>
          <p:nvPr/>
        </p:nvCxnSpPr>
        <p:spPr>
          <a:xfrm>
            <a:off x="9920724" y="6445655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EC7D5373-F314-8095-10ED-CECF226E7D6B}"/>
              </a:ext>
            </a:extLst>
          </p:cNvPr>
          <p:cNvCxnSpPr>
            <a:stCxn id="372" idx="3"/>
            <a:endCxn id="375" idx="1"/>
          </p:cNvCxnSpPr>
          <p:nvPr/>
        </p:nvCxnSpPr>
        <p:spPr>
          <a:xfrm>
            <a:off x="9920724" y="6749534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TextBox 371">
            <a:extLst>
              <a:ext uri="{FF2B5EF4-FFF2-40B4-BE49-F238E27FC236}">
                <a16:creationId xmlns:a16="http://schemas.microsoft.com/office/drawing/2014/main" id="{A8485A41-9810-5148-28D0-296F2A7F18F7}"/>
              </a:ext>
            </a:extLst>
          </p:cNvPr>
          <p:cNvSpPr txBox="1"/>
          <p:nvPr/>
        </p:nvSpPr>
        <p:spPr>
          <a:xfrm>
            <a:off x="9161182" y="656486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6AF7BC73-7DCF-0F18-C4EB-9A977C0A2E7F}"/>
              </a:ext>
            </a:extLst>
          </p:cNvPr>
          <p:cNvSpPr txBox="1"/>
          <p:nvPr/>
        </p:nvSpPr>
        <p:spPr>
          <a:xfrm>
            <a:off x="10405875" y="5951266"/>
            <a:ext cx="10097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trigger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BEAC67BF-4331-91B6-3971-8E12F72DA0F8}"/>
              </a:ext>
            </a:extLst>
          </p:cNvPr>
          <p:cNvSpPr txBox="1"/>
          <p:nvPr/>
        </p:nvSpPr>
        <p:spPr>
          <a:xfrm>
            <a:off x="10405874" y="6260989"/>
            <a:ext cx="100977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position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2FF6F664-F670-A848-7971-3D61829BC2F5}"/>
              </a:ext>
            </a:extLst>
          </p:cNvPr>
          <p:cNvSpPr txBox="1"/>
          <p:nvPr/>
        </p:nvSpPr>
        <p:spPr>
          <a:xfrm>
            <a:off x="10405875" y="656486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CBBE599D-B45E-3D3E-9961-2982BC361FC2}"/>
              </a:ext>
            </a:extLst>
          </p:cNvPr>
          <p:cNvCxnSpPr>
            <a:endCxn id="377" idx="1"/>
          </p:cNvCxnSpPr>
          <p:nvPr/>
        </p:nvCxnSpPr>
        <p:spPr>
          <a:xfrm>
            <a:off x="9920725" y="7054334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TextBox 376">
            <a:extLst>
              <a:ext uri="{FF2B5EF4-FFF2-40B4-BE49-F238E27FC236}">
                <a16:creationId xmlns:a16="http://schemas.microsoft.com/office/drawing/2014/main" id="{A891E9AC-BD0C-87E5-E34B-AC7D06C47845}"/>
              </a:ext>
            </a:extLst>
          </p:cNvPr>
          <p:cNvSpPr txBox="1"/>
          <p:nvPr/>
        </p:nvSpPr>
        <p:spPr>
          <a:xfrm>
            <a:off x="10405875" y="6869668"/>
            <a:ext cx="10097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7CDC07B9-5386-E776-4263-81457D81D6F5}"/>
              </a:ext>
            </a:extLst>
          </p:cNvPr>
          <p:cNvSpPr txBox="1"/>
          <p:nvPr/>
        </p:nvSpPr>
        <p:spPr>
          <a:xfrm>
            <a:off x="10950892" y="5958235"/>
            <a:ext cx="87729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color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341C9D78-615D-EAC1-6C9A-AC372A91394A}"/>
              </a:ext>
            </a:extLst>
          </p:cNvPr>
          <p:cNvSpPr txBox="1"/>
          <p:nvPr/>
        </p:nvSpPr>
        <p:spPr>
          <a:xfrm>
            <a:off x="12089451" y="7403068"/>
            <a:ext cx="102267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vga</a:t>
            </a:r>
            <a:endParaRPr lang="en-US" sz="18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EE2AC0A-10AA-FFD0-AEAF-11DAD991581B}"/>
              </a:ext>
            </a:extLst>
          </p:cNvPr>
          <p:cNvSpPr txBox="1"/>
          <p:nvPr/>
        </p:nvSpPr>
        <p:spPr>
          <a:xfrm>
            <a:off x="12652465" y="5877620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</a:t>
            </a:r>
          </a:p>
        </p:txBody>
      </p: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3CDCAA94-E5CB-47C7-81F0-035487AFE9A6}"/>
              </a:ext>
            </a:extLst>
          </p:cNvPr>
          <p:cNvCxnSpPr>
            <a:stCxn id="380" idx="3"/>
          </p:cNvCxnSpPr>
          <p:nvPr/>
        </p:nvCxnSpPr>
        <p:spPr>
          <a:xfrm>
            <a:off x="12968226" y="6060803"/>
            <a:ext cx="900174" cy="35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>
            <a:extLst>
              <a:ext uri="{FF2B5EF4-FFF2-40B4-BE49-F238E27FC236}">
                <a16:creationId xmlns:a16="http://schemas.microsoft.com/office/drawing/2014/main" id="{F726AB31-87BF-EB7D-0F15-D925934065C3}"/>
              </a:ext>
            </a:extLst>
          </p:cNvPr>
          <p:cNvSpPr txBox="1"/>
          <p:nvPr/>
        </p:nvSpPr>
        <p:spPr>
          <a:xfrm>
            <a:off x="12655730" y="6313676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D65BECA9-88F4-4428-B815-A4FB8A829F1A}"/>
              </a:ext>
            </a:extLst>
          </p:cNvPr>
          <p:cNvCxnSpPr>
            <a:stCxn id="382" idx="3"/>
          </p:cNvCxnSpPr>
          <p:nvPr/>
        </p:nvCxnSpPr>
        <p:spPr>
          <a:xfrm>
            <a:off x="12971491" y="6496859"/>
            <a:ext cx="900174" cy="35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FBD7EEEA-79FA-8924-657D-0608DCD54B81}"/>
              </a:ext>
            </a:extLst>
          </p:cNvPr>
          <p:cNvSpPr txBox="1"/>
          <p:nvPr/>
        </p:nvSpPr>
        <p:spPr>
          <a:xfrm>
            <a:off x="12655598" y="6743334"/>
            <a:ext cx="3157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B</a:t>
            </a:r>
          </a:p>
        </p:txBody>
      </p: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6A5AB519-82EE-171F-EAED-6490F7CA101B}"/>
              </a:ext>
            </a:extLst>
          </p:cNvPr>
          <p:cNvCxnSpPr>
            <a:stCxn id="384" idx="3"/>
          </p:cNvCxnSpPr>
          <p:nvPr/>
        </p:nvCxnSpPr>
        <p:spPr>
          <a:xfrm>
            <a:off x="12971359" y="6926517"/>
            <a:ext cx="900174" cy="35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: Elbow 385">
            <a:extLst>
              <a:ext uri="{FF2B5EF4-FFF2-40B4-BE49-F238E27FC236}">
                <a16:creationId xmlns:a16="http://schemas.microsoft.com/office/drawing/2014/main" id="{5F8AA85A-D5FD-7369-7504-827012FF1AB0}"/>
              </a:ext>
            </a:extLst>
          </p:cNvPr>
          <p:cNvCxnSpPr>
            <a:stCxn id="378" idx="3"/>
            <a:endCxn id="382" idx="1"/>
          </p:cNvCxnSpPr>
          <p:nvPr/>
        </p:nvCxnSpPr>
        <p:spPr>
          <a:xfrm>
            <a:off x="11828184" y="6142901"/>
            <a:ext cx="827546" cy="3539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7" name="Connector: Elbow 386">
            <a:extLst>
              <a:ext uri="{FF2B5EF4-FFF2-40B4-BE49-F238E27FC236}">
                <a16:creationId xmlns:a16="http://schemas.microsoft.com/office/drawing/2014/main" id="{D1C0F6AB-DA8D-0035-467E-66D3C0CCC900}"/>
              </a:ext>
            </a:extLst>
          </p:cNvPr>
          <p:cNvCxnSpPr>
            <a:endCxn id="384" idx="1"/>
          </p:cNvCxnSpPr>
          <p:nvPr/>
        </p:nvCxnSpPr>
        <p:spPr>
          <a:xfrm>
            <a:off x="11825226" y="6142901"/>
            <a:ext cx="830372" cy="7836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8" name="Connector: Elbow 387">
            <a:extLst>
              <a:ext uri="{FF2B5EF4-FFF2-40B4-BE49-F238E27FC236}">
                <a16:creationId xmlns:a16="http://schemas.microsoft.com/office/drawing/2014/main" id="{4308710A-DC09-71B4-A1B0-C936F0FF91BC}"/>
              </a:ext>
            </a:extLst>
          </p:cNvPr>
          <p:cNvCxnSpPr>
            <a:endCxn id="380" idx="1"/>
          </p:cNvCxnSpPr>
          <p:nvPr/>
        </p:nvCxnSpPr>
        <p:spPr>
          <a:xfrm flipV="1">
            <a:off x="11825226" y="6060803"/>
            <a:ext cx="827239" cy="75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Connector: Elbow 388">
            <a:extLst>
              <a:ext uri="{FF2B5EF4-FFF2-40B4-BE49-F238E27FC236}">
                <a16:creationId xmlns:a16="http://schemas.microsoft.com/office/drawing/2014/main" id="{6F3B3ABE-CEC2-5387-3FC8-64D5597A3DB2}"/>
              </a:ext>
            </a:extLst>
          </p:cNvPr>
          <p:cNvCxnSpPr/>
          <p:nvPr/>
        </p:nvCxnSpPr>
        <p:spPr>
          <a:xfrm flipV="1">
            <a:off x="13121644" y="7587734"/>
            <a:ext cx="750182" cy="190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0" name="Connector: Elbow 389">
            <a:extLst>
              <a:ext uri="{FF2B5EF4-FFF2-40B4-BE49-F238E27FC236}">
                <a16:creationId xmlns:a16="http://schemas.microsoft.com/office/drawing/2014/main" id="{ADDE7739-327F-C0B1-AE8F-524859B22439}"/>
              </a:ext>
            </a:extLst>
          </p:cNvPr>
          <p:cNvCxnSpPr>
            <a:stCxn id="379" idx="3"/>
          </p:cNvCxnSpPr>
          <p:nvPr/>
        </p:nvCxnSpPr>
        <p:spPr>
          <a:xfrm>
            <a:off x="13112121" y="7587734"/>
            <a:ext cx="753428" cy="2740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Connector: Elbow 390">
            <a:extLst>
              <a:ext uri="{FF2B5EF4-FFF2-40B4-BE49-F238E27FC236}">
                <a16:creationId xmlns:a16="http://schemas.microsoft.com/office/drawing/2014/main" id="{903A8224-AAB2-2BD7-7868-FC738F9A4D3A}"/>
              </a:ext>
            </a:extLst>
          </p:cNvPr>
          <p:cNvCxnSpPr>
            <a:stCxn id="379" idx="3"/>
          </p:cNvCxnSpPr>
          <p:nvPr/>
        </p:nvCxnSpPr>
        <p:spPr>
          <a:xfrm>
            <a:off x="13112121" y="7587734"/>
            <a:ext cx="760603" cy="533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2" name="TextBox 391">
            <a:extLst>
              <a:ext uri="{FF2B5EF4-FFF2-40B4-BE49-F238E27FC236}">
                <a16:creationId xmlns:a16="http://schemas.microsoft.com/office/drawing/2014/main" id="{D19B150B-5BB5-C5CF-1F13-E29FE1B8CB11}"/>
              </a:ext>
            </a:extLst>
          </p:cNvPr>
          <p:cNvSpPr txBox="1"/>
          <p:nvPr/>
        </p:nvSpPr>
        <p:spPr>
          <a:xfrm>
            <a:off x="4724400" y="4743348"/>
            <a:ext cx="26761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 err="1"/>
              <a:t>vga_signal_generator</a:t>
            </a:r>
            <a:endParaRPr lang="en-US" sz="4400" b="1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6C93C041-E602-BBEE-2986-D76D11DF314C}"/>
              </a:ext>
            </a:extLst>
          </p:cNvPr>
          <p:cNvSpPr txBox="1"/>
          <p:nvPr/>
        </p:nvSpPr>
        <p:spPr>
          <a:xfrm>
            <a:off x="8789821" y="5954233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trigger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D8B2B02A-A264-53DB-712A-68DDD410ADDB}"/>
              </a:ext>
            </a:extLst>
          </p:cNvPr>
          <p:cNvSpPr txBox="1"/>
          <p:nvPr/>
        </p:nvSpPr>
        <p:spPr>
          <a:xfrm>
            <a:off x="8789821" y="6260989"/>
            <a:ext cx="113090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position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D345EAD8-B38B-20AB-5F04-2F00457761CA}"/>
              </a:ext>
            </a:extLst>
          </p:cNvPr>
          <p:cNvSpPr txBox="1"/>
          <p:nvPr/>
        </p:nvSpPr>
        <p:spPr>
          <a:xfrm>
            <a:off x="8901051" y="6869668"/>
            <a:ext cx="10196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</a:t>
            </a:r>
          </a:p>
        </p:txBody>
      </p:sp>
      <p:sp>
        <p:nvSpPr>
          <p:cNvPr id="397" name="Cloud 396">
            <a:extLst>
              <a:ext uri="{FF2B5EF4-FFF2-40B4-BE49-F238E27FC236}">
                <a16:creationId xmlns:a16="http://schemas.microsoft.com/office/drawing/2014/main" id="{B385D4D5-6A53-0399-904B-499F42BA98DF}"/>
              </a:ext>
            </a:extLst>
          </p:cNvPr>
          <p:cNvSpPr/>
          <p:nvPr/>
        </p:nvSpPr>
        <p:spPr>
          <a:xfrm>
            <a:off x="1472800" y="10439400"/>
            <a:ext cx="2184800" cy="123002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ch1 and ch2 logic</a:t>
            </a:r>
          </a:p>
        </p:txBody>
      </p:sp>
      <p:cxnSp>
        <p:nvCxnSpPr>
          <p:cNvPr id="399" name="Connector: Elbow 398">
            <a:extLst>
              <a:ext uri="{FF2B5EF4-FFF2-40B4-BE49-F238E27FC236}">
                <a16:creationId xmlns:a16="http://schemas.microsoft.com/office/drawing/2014/main" id="{6604AB78-1DEC-9979-27E0-B871AC0D690A}"/>
              </a:ext>
            </a:extLst>
          </p:cNvPr>
          <p:cNvCxnSpPr>
            <a:stCxn id="267" idx="3"/>
            <a:endCxn id="397" idx="0"/>
          </p:cNvCxnSpPr>
          <p:nvPr/>
        </p:nvCxnSpPr>
        <p:spPr>
          <a:xfrm flipH="1">
            <a:off x="3655779" y="10102334"/>
            <a:ext cx="4087227" cy="952081"/>
          </a:xfrm>
          <a:prstGeom prst="bentConnector3">
            <a:avLst>
              <a:gd name="adj1" fmla="val 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C4701231-09E0-07C4-FB53-088376508D53}"/>
              </a:ext>
            </a:extLst>
          </p:cNvPr>
          <p:cNvCxnSpPr>
            <a:stCxn id="266" idx="1"/>
            <a:endCxn id="397" idx="0"/>
          </p:cNvCxnSpPr>
          <p:nvPr/>
        </p:nvCxnSpPr>
        <p:spPr>
          <a:xfrm rot="10800000" flipV="1">
            <a:off x="3655780" y="10102333"/>
            <a:ext cx="4805493" cy="952081"/>
          </a:xfrm>
          <a:prstGeom prst="bentConnector3">
            <a:avLst>
              <a:gd name="adj1" fmla="val 51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" name="Connector: Elbow 408">
            <a:extLst>
              <a:ext uri="{FF2B5EF4-FFF2-40B4-BE49-F238E27FC236}">
                <a16:creationId xmlns:a16="http://schemas.microsoft.com/office/drawing/2014/main" id="{20F71335-AE0F-4554-E4BE-B7B2D16F7B15}"/>
              </a:ext>
            </a:extLst>
          </p:cNvPr>
          <p:cNvCxnSpPr>
            <a:cxnSpLocks/>
            <a:stCxn id="278" idx="1"/>
            <a:endCxn id="397" idx="2"/>
          </p:cNvCxnSpPr>
          <p:nvPr/>
        </p:nvCxnSpPr>
        <p:spPr>
          <a:xfrm rot="10800000" flipV="1">
            <a:off x="1479577" y="8261865"/>
            <a:ext cx="1009318" cy="2792549"/>
          </a:xfrm>
          <a:prstGeom prst="bentConnector3">
            <a:avLst>
              <a:gd name="adj1" fmla="val 14974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3" name="Connector: Elbow 412">
            <a:extLst>
              <a:ext uri="{FF2B5EF4-FFF2-40B4-BE49-F238E27FC236}">
                <a16:creationId xmlns:a16="http://schemas.microsoft.com/office/drawing/2014/main" id="{FC31AB6F-CF97-A999-C767-1FA5B3FD8812}"/>
              </a:ext>
            </a:extLst>
          </p:cNvPr>
          <p:cNvCxnSpPr>
            <a:stCxn id="397" idx="2"/>
            <a:endCxn id="272" idx="1"/>
          </p:cNvCxnSpPr>
          <p:nvPr/>
        </p:nvCxnSpPr>
        <p:spPr>
          <a:xfrm rot="10800000" flipH="1">
            <a:off x="1479577" y="7728467"/>
            <a:ext cx="999794" cy="3325949"/>
          </a:xfrm>
          <a:prstGeom prst="bentConnector3">
            <a:avLst>
              <a:gd name="adj1" fmla="val -4005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64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27C3CC056F0A44BF8874BE3FAE2782" ma:contentTypeVersion="8" ma:contentTypeDescription="Create a new document." ma:contentTypeScope="" ma:versionID="5aad1804b703f90cca953de44aba1052">
  <xsd:schema xmlns:xsd="http://www.w3.org/2001/XMLSchema" xmlns:xs="http://www.w3.org/2001/XMLSchema" xmlns:p="http://schemas.microsoft.com/office/2006/metadata/properties" xmlns:ns2="72217bdb-4df2-4e5b-b7c2-fc2fa124e0bd" targetNamespace="http://schemas.microsoft.com/office/2006/metadata/properties" ma:root="true" ma:fieldsID="75d3fcd44b0842cd1fd7fb5d04581df6" ns2:_="">
    <xsd:import namespace="72217bdb-4df2-4e5b-b7c2-fc2fa124e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217bdb-4df2-4e5b-b7c2-fc2fa124e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CB24F1-C2EC-4662-92C2-557B8B4B1B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DFC25F-29F7-4316-A86D-49C3202A2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217bdb-4df2-4e5b-b7c2-fc2fa124e0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EEC9F7-7161-46E3-986E-EC38E57F7BB7}">
  <ds:schemaRefs>
    <ds:schemaRef ds:uri="http://purl.org/dc/dcmitype/"/>
    <ds:schemaRef ds:uri="http://schemas.microsoft.com/office/infopath/2007/PartnerControls"/>
    <ds:schemaRef ds:uri="72217bdb-4df2-4e5b-b7c2-fc2fa124e0bd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209</Words>
  <Application>Microsoft Office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Falkinburg, Jeffrey L MAJ USAF USAFA USAFA/DFEC</dc:creator>
  <cp:lastModifiedBy>Trimble, James S Lt Col USAF USAFA DF/DFEC</cp:lastModifiedBy>
  <cp:revision>48</cp:revision>
  <dcterms:created xsi:type="dcterms:W3CDTF">2006-08-16T00:00:00Z</dcterms:created>
  <dcterms:modified xsi:type="dcterms:W3CDTF">2026-01-21T17:51:07Z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0x0101000C27C3CC056F0A44BF8874BE3FAE2782</vt:lpwstr>
  </property>
  <property fmtid="{D5CDD505-2E9C-101B-9397-08002B2CF9AE}" pid="3" name="Order">
    <vt:r8>8500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